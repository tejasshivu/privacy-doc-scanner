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9"/>
  </p:notesMasterIdLst>
  <p:sldIdLst>
    <p:sldId id="277" r:id="rId2"/>
    <p:sldId id="257" r:id="rId3"/>
    <p:sldId id="258" r:id="rId4"/>
    <p:sldId id="275" r:id="rId5"/>
    <p:sldId id="283" r:id="rId6"/>
    <p:sldId id="270" r:id="rId7"/>
    <p:sldId id="279" r:id="rId8"/>
    <p:sldId id="280" r:id="rId9"/>
    <p:sldId id="271" r:id="rId10"/>
    <p:sldId id="272" r:id="rId11"/>
    <p:sldId id="285" r:id="rId12"/>
    <p:sldId id="286" r:id="rId13"/>
    <p:sldId id="287" r:id="rId14"/>
    <p:sldId id="273" r:id="rId15"/>
    <p:sldId id="276" r:id="rId16"/>
    <p:sldId id="282" r:id="rId17"/>
    <p:sldId id="274" r:id="rId18"/>
  </p:sldIdLst>
  <p:sldSz cx="9144000" cy="6858000" type="screen4x3"/>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
        <p:cNvGrpSpPr/>
        <p:nvPr/>
      </p:nvGrpSpPr>
      <p:grpSpPr>
        <a:xfrm>
          <a:off x="0" y="0"/>
          <a:ext cx="0" cy="0"/>
          <a:chOff x="0" y="0"/>
          <a:chExt cx="0" cy="0"/>
        </a:xfrm>
      </p:grpSpPr>
      <p:sp>
        <p:nvSpPr>
          <p:cNvPr id="2" name="Shape 2"/>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indent="0" algn="l" rtl="0">
              <a:lnSpc>
                <a:spcPct val="100000"/>
              </a:lnSpc>
              <a:spcBef>
                <a:spcPts val="0"/>
              </a:spcBef>
              <a:spcAft>
                <a:spcPts val="0"/>
              </a:spcAft>
              <a:defRPr/>
            </a:lvl1pPr>
            <a:lvl2pPr marL="457200" marR="0" indent="0" algn="l" rtl="0">
              <a:lnSpc>
                <a:spcPct val="100000"/>
              </a:lnSpc>
              <a:spcBef>
                <a:spcPts val="0"/>
              </a:spcBef>
              <a:spcAft>
                <a:spcPts val="0"/>
              </a:spcAft>
              <a:defRPr/>
            </a:lvl2pPr>
            <a:lvl3pPr marL="914400" marR="0" indent="0" algn="l" rtl="0">
              <a:lnSpc>
                <a:spcPct val="100000"/>
              </a:lnSpc>
              <a:spcBef>
                <a:spcPts val="0"/>
              </a:spcBef>
              <a:spcAft>
                <a:spcPts val="0"/>
              </a:spcAft>
              <a:defRPr/>
            </a:lvl3pPr>
            <a:lvl4pPr marL="1371600" marR="0" indent="0" algn="l" rtl="0">
              <a:lnSpc>
                <a:spcPct val="100000"/>
              </a:lnSpc>
              <a:spcBef>
                <a:spcPts val="0"/>
              </a:spcBef>
              <a:spcAft>
                <a:spcPts val="0"/>
              </a:spcAft>
              <a:defRPr/>
            </a:lvl4pPr>
            <a:lvl5pPr marL="1828800" marR="0" indent="0" algn="l" rtl="0">
              <a:lnSpc>
                <a:spcPct val="100000"/>
              </a:lnSpc>
              <a:spcBef>
                <a:spcPts val="0"/>
              </a:spcBef>
              <a:spcAft>
                <a:spcPts val="0"/>
              </a:spcAft>
              <a:defRPr/>
            </a:lvl5pPr>
            <a:lvl6pPr marL="2286000" marR="0" indent="0" algn="l" rtl="0">
              <a:lnSpc>
                <a:spcPct val="100000"/>
              </a:lnSpc>
              <a:spcBef>
                <a:spcPts val="0"/>
              </a:spcBef>
              <a:spcAft>
                <a:spcPts val="0"/>
              </a:spcAft>
              <a:defRPr/>
            </a:lvl6pPr>
            <a:lvl7pPr marL="3200400" marR="0" indent="0" algn="l" rtl="0">
              <a:lnSpc>
                <a:spcPct val="100000"/>
              </a:lnSpc>
              <a:spcBef>
                <a:spcPts val="0"/>
              </a:spcBef>
              <a:spcAft>
                <a:spcPts val="0"/>
              </a:spcAft>
              <a:defRPr/>
            </a:lvl7pPr>
            <a:lvl8pPr marL="4572000" marR="0" indent="0" algn="l" rtl="0">
              <a:lnSpc>
                <a:spcPct val="100000"/>
              </a:lnSpc>
              <a:spcBef>
                <a:spcPts val="0"/>
              </a:spcBef>
              <a:spcAft>
                <a:spcPts val="0"/>
              </a:spcAft>
              <a:defRPr/>
            </a:lvl8pPr>
            <a:lvl9pPr marL="6400800" marR="0" indent="0" algn="l" rtl="0">
              <a:lnSpc>
                <a:spcPct val="100000"/>
              </a:lnSpc>
              <a:spcBef>
                <a:spcPts val="0"/>
              </a:spcBef>
              <a:spcAft>
                <a:spcPts val="0"/>
              </a:spcAft>
              <a:defRPr/>
            </a:lvl9pPr>
          </a:lstStyle>
          <a:p>
            <a:endParaRPr/>
          </a:p>
        </p:txBody>
      </p:sp>
      <p:sp>
        <p:nvSpPr>
          <p:cNvPr id="3" name="Shape 3"/>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indent="0" algn="r" rtl="0">
              <a:lnSpc>
                <a:spcPct val="100000"/>
              </a:lnSpc>
              <a:spcBef>
                <a:spcPts val="0"/>
              </a:spcBef>
              <a:spcAft>
                <a:spcPts val="0"/>
              </a:spcAft>
              <a:defRPr/>
            </a:lvl1pPr>
            <a:lvl2pPr marL="457200" marR="0" indent="0" algn="l" rtl="0">
              <a:lnSpc>
                <a:spcPct val="100000"/>
              </a:lnSpc>
              <a:spcBef>
                <a:spcPts val="0"/>
              </a:spcBef>
              <a:spcAft>
                <a:spcPts val="0"/>
              </a:spcAft>
              <a:defRPr/>
            </a:lvl2pPr>
            <a:lvl3pPr marL="914400" marR="0" indent="0" algn="l" rtl="0">
              <a:lnSpc>
                <a:spcPct val="100000"/>
              </a:lnSpc>
              <a:spcBef>
                <a:spcPts val="0"/>
              </a:spcBef>
              <a:spcAft>
                <a:spcPts val="0"/>
              </a:spcAft>
              <a:defRPr/>
            </a:lvl3pPr>
            <a:lvl4pPr marL="1371600" marR="0" indent="0" algn="l" rtl="0">
              <a:lnSpc>
                <a:spcPct val="100000"/>
              </a:lnSpc>
              <a:spcBef>
                <a:spcPts val="0"/>
              </a:spcBef>
              <a:spcAft>
                <a:spcPts val="0"/>
              </a:spcAft>
              <a:defRPr/>
            </a:lvl4pPr>
            <a:lvl5pPr marL="1828800" marR="0" indent="0" algn="l" rtl="0">
              <a:lnSpc>
                <a:spcPct val="100000"/>
              </a:lnSpc>
              <a:spcBef>
                <a:spcPts val="0"/>
              </a:spcBef>
              <a:spcAft>
                <a:spcPts val="0"/>
              </a:spcAft>
              <a:defRPr/>
            </a:lvl5pPr>
            <a:lvl6pPr marL="2286000" marR="0" indent="0" algn="l" rtl="0">
              <a:lnSpc>
                <a:spcPct val="100000"/>
              </a:lnSpc>
              <a:spcBef>
                <a:spcPts val="0"/>
              </a:spcBef>
              <a:spcAft>
                <a:spcPts val="0"/>
              </a:spcAft>
              <a:defRPr/>
            </a:lvl6pPr>
            <a:lvl7pPr marL="3200400" marR="0" indent="0" algn="l" rtl="0">
              <a:lnSpc>
                <a:spcPct val="100000"/>
              </a:lnSpc>
              <a:spcBef>
                <a:spcPts val="0"/>
              </a:spcBef>
              <a:spcAft>
                <a:spcPts val="0"/>
              </a:spcAft>
              <a:defRPr/>
            </a:lvl7pPr>
            <a:lvl8pPr marL="4572000" marR="0" indent="0" algn="l" rtl="0">
              <a:lnSpc>
                <a:spcPct val="100000"/>
              </a:lnSpc>
              <a:spcBef>
                <a:spcPts val="0"/>
              </a:spcBef>
              <a:spcAft>
                <a:spcPts val="0"/>
              </a:spcAft>
              <a:defRPr/>
            </a:lvl8pPr>
            <a:lvl9pPr marL="6400800" marR="0" indent="0" algn="l" rtl="0">
              <a:lnSpc>
                <a:spcPct val="100000"/>
              </a:lnSpc>
              <a:spcBef>
                <a:spcPts val="0"/>
              </a:spcBef>
              <a:spcAft>
                <a:spcPts val="0"/>
              </a:spcAft>
              <a:defRPr/>
            </a:lvl9pPr>
          </a:lstStyle>
          <a:p>
            <a:endParaRPr/>
          </a:p>
        </p:txBody>
      </p:sp>
      <p:sp>
        <p:nvSpPr>
          <p:cNvPr id="4" name="Shape 4"/>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a:solidFill>
              <a:srgbClr val="000000"/>
            </a:solidFill>
            <a:prstDash val="solid"/>
            <a:miter/>
            <a:headEnd type="none" w="med" len="med"/>
            <a:tailEnd type="none" w="med" len="med"/>
          </a:ln>
        </p:spPr>
      </p:sp>
      <p:sp>
        <p:nvSpPr>
          <p:cNvPr id="5" name="Shape 5"/>
          <p:cNvSpPr txBox="1">
            <a:spLocks noGrp="1"/>
          </p:cNvSpPr>
          <p:nvPr>
            <p:ph type="body" idx="1"/>
          </p:nvPr>
        </p:nvSpPr>
        <p:spPr>
          <a:xfrm>
            <a:off x="685800" y="4343400"/>
            <a:ext cx="5486399" cy="4114800"/>
          </a:xfrm>
          <a:prstGeom prst="rect">
            <a:avLst/>
          </a:prstGeom>
          <a:noFill/>
          <a:ln>
            <a:noFill/>
          </a:ln>
        </p:spPr>
        <p:txBody>
          <a:bodyPr lIns="91425" tIns="91425" rIns="91425" bIns="91425" anchor="ctr"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6" name="Shape 6"/>
          <p:cNvSpPr txBox="1">
            <a:spLocks noGrp="1"/>
          </p:cNvSpPr>
          <p:nvPr>
            <p:ph type="ftr" idx="11"/>
          </p:nvPr>
        </p:nvSpPr>
        <p:spPr>
          <a:xfrm>
            <a:off x="0" y="8685211"/>
            <a:ext cx="2971799" cy="457200"/>
          </a:xfrm>
          <a:prstGeom prst="rect">
            <a:avLst/>
          </a:prstGeom>
          <a:noFill/>
          <a:ln>
            <a:noFill/>
          </a:ln>
        </p:spPr>
        <p:txBody>
          <a:bodyPr lIns="91425" tIns="91425" rIns="91425" bIns="91425" anchor="b" anchorCtr="0"/>
          <a:lstStyle>
            <a:lvl1pPr marL="0" marR="0" indent="0" algn="l" rtl="0">
              <a:lnSpc>
                <a:spcPct val="100000"/>
              </a:lnSpc>
              <a:spcBef>
                <a:spcPts val="0"/>
              </a:spcBef>
              <a:spcAft>
                <a:spcPts val="0"/>
              </a:spcAft>
              <a:defRPr/>
            </a:lvl1pPr>
            <a:lvl2pPr marL="457200" marR="0" indent="0" algn="l" rtl="0">
              <a:lnSpc>
                <a:spcPct val="100000"/>
              </a:lnSpc>
              <a:spcBef>
                <a:spcPts val="0"/>
              </a:spcBef>
              <a:spcAft>
                <a:spcPts val="0"/>
              </a:spcAft>
              <a:defRPr/>
            </a:lvl2pPr>
            <a:lvl3pPr marL="914400" marR="0" indent="0" algn="l" rtl="0">
              <a:lnSpc>
                <a:spcPct val="100000"/>
              </a:lnSpc>
              <a:spcBef>
                <a:spcPts val="0"/>
              </a:spcBef>
              <a:spcAft>
                <a:spcPts val="0"/>
              </a:spcAft>
              <a:defRPr/>
            </a:lvl3pPr>
            <a:lvl4pPr marL="1371600" marR="0" indent="0" algn="l" rtl="0">
              <a:lnSpc>
                <a:spcPct val="100000"/>
              </a:lnSpc>
              <a:spcBef>
                <a:spcPts val="0"/>
              </a:spcBef>
              <a:spcAft>
                <a:spcPts val="0"/>
              </a:spcAft>
              <a:defRPr/>
            </a:lvl4pPr>
            <a:lvl5pPr marL="1828800" marR="0" indent="0" algn="l" rtl="0">
              <a:lnSpc>
                <a:spcPct val="100000"/>
              </a:lnSpc>
              <a:spcBef>
                <a:spcPts val="0"/>
              </a:spcBef>
              <a:spcAft>
                <a:spcPts val="0"/>
              </a:spcAft>
              <a:defRPr/>
            </a:lvl5pPr>
            <a:lvl6pPr marL="2286000" marR="0" indent="0" algn="l" rtl="0">
              <a:lnSpc>
                <a:spcPct val="100000"/>
              </a:lnSpc>
              <a:spcBef>
                <a:spcPts val="0"/>
              </a:spcBef>
              <a:spcAft>
                <a:spcPts val="0"/>
              </a:spcAft>
              <a:defRPr/>
            </a:lvl6pPr>
            <a:lvl7pPr marL="3200400" marR="0" indent="0" algn="l" rtl="0">
              <a:lnSpc>
                <a:spcPct val="100000"/>
              </a:lnSpc>
              <a:spcBef>
                <a:spcPts val="0"/>
              </a:spcBef>
              <a:spcAft>
                <a:spcPts val="0"/>
              </a:spcAft>
              <a:defRPr/>
            </a:lvl7pPr>
            <a:lvl8pPr marL="4572000" marR="0" indent="0" algn="l" rtl="0">
              <a:lnSpc>
                <a:spcPct val="100000"/>
              </a:lnSpc>
              <a:spcBef>
                <a:spcPts val="0"/>
              </a:spcBef>
              <a:spcAft>
                <a:spcPts val="0"/>
              </a:spcAft>
              <a:defRPr/>
            </a:lvl8pPr>
            <a:lvl9pPr marL="6400800" marR="0" indent="0" algn="l" rtl="0">
              <a:lnSpc>
                <a:spcPct val="100000"/>
              </a:lnSpc>
              <a:spcBef>
                <a:spcPts val="0"/>
              </a:spcBef>
              <a:spcAft>
                <a:spcPts val="0"/>
              </a:spcAft>
              <a:defRPr/>
            </a:lvl9pPr>
          </a:lstStyle>
          <a:p>
            <a:endParaRPr/>
          </a:p>
        </p:txBody>
      </p:sp>
      <p:sp>
        <p:nvSpPr>
          <p:cNvPr id="7" name="Shape 7"/>
          <p:cNvSpPr txBox="1">
            <a:spLocks noGrp="1"/>
          </p:cNvSpPr>
          <p:nvPr>
            <p:ph type="sldNum" idx="12"/>
          </p:nvPr>
        </p:nvSpPr>
        <p:spPr>
          <a:xfrm>
            <a:off x="3884612" y="8685211"/>
            <a:ext cx="2971799" cy="457200"/>
          </a:xfrm>
          <a:prstGeom prst="rect">
            <a:avLst/>
          </a:prstGeom>
          <a:noFill/>
          <a:ln>
            <a:noFill/>
          </a:ln>
        </p:spPr>
        <p:txBody>
          <a:bodyPr lIns="91425" tIns="45700" rIns="91425" bIns="45700" anchor="b" anchorCtr="0">
            <a:noAutofit/>
          </a:bodyPr>
          <a:lstStyle>
            <a:lvl1pPr marL="0" marR="0" indent="0" algn="r" rtl="0">
              <a:lnSpc>
                <a:spcPct val="100000"/>
              </a:lnSpc>
              <a:spcBef>
                <a:spcPts val="0"/>
              </a:spcBef>
              <a:spcAft>
                <a:spcPts val="0"/>
              </a:spcAft>
              <a:buNone/>
              <a:defRPr sz="1200" b="0" i="0" u="none" strike="noStrike" cap="none" baseline="0">
                <a:solidFill>
                  <a:srgbClr val="000000"/>
                </a:solidFill>
                <a:latin typeface="Calibri"/>
                <a:ea typeface="Calibri"/>
                <a:cs typeface="Calibri"/>
                <a:sym typeface="Calibri"/>
              </a:defRPr>
            </a:lvl1pPr>
          </a:lstStyle>
          <a:p>
            <a:pPr marL="0" lvl="0" indent="0">
              <a:spcBef>
                <a:spcPts val="0"/>
              </a:spcBef>
              <a:buClr>
                <a:srgbClr val="000000"/>
              </a:buClr>
              <a:buSzPct val="25000"/>
              <a:buFont typeface="Calibri"/>
              <a:buNone/>
            </a:pPr>
            <a:fld id="{00000000-1234-1234-1234-123412341234}" type="slidenum">
              <a:rPr lang="en-US"/>
              <a:pPr marL="0" lvl="0" indent="0">
                <a:spcBef>
                  <a:spcPts val="0"/>
                </a:spcBef>
                <a:buClr>
                  <a:srgbClr val="000000"/>
                </a:buClr>
                <a:buSzPct val="25000"/>
                <a:buFont typeface="Calibri"/>
                <a:buNone/>
              </a:pPr>
              <a:t>‹#›</a:t>
            </a:fld>
            <a:endParaRPr lang="en-US"/>
          </a:p>
        </p:txBody>
      </p:sp>
    </p:spTree>
    <p:extLst>
      <p:ext uri="{BB962C8B-B14F-4D97-AF65-F5344CB8AC3E}">
        <p14:creationId xmlns:p14="http://schemas.microsoft.com/office/powerpoint/2010/main" val="4243185139"/>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88" name="Shape 8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Tree>
    <p:extLst>
      <p:ext uri="{BB962C8B-B14F-4D97-AF65-F5344CB8AC3E}">
        <p14:creationId xmlns:p14="http://schemas.microsoft.com/office/powerpoint/2010/main" val="1405746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Shape 9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
        <p:nvSpPr>
          <p:cNvPr id="95" name="Shape 9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96" name="Shape 96"/>
          <p:cNvSpPr txBox="1">
            <a:spLocks noGrp="1"/>
          </p:cNvSpPr>
          <p:nvPr>
            <p:ph type="sldNum" idx="12"/>
          </p:nvPr>
        </p:nvSpPr>
        <p:spPr>
          <a:xfrm>
            <a:off x="3884612" y="8685211"/>
            <a:ext cx="2971799" cy="457200"/>
          </a:xfrm>
          <a:prstGeom prst="rect">
            <a:avLst/>
          </a:prstGeom>
        </p:spPr>
        <p:txBody>
          <a:bodyPr lIns="91425" tIns="45700" rIns="91425" bIns="45700" anchor="b" anchorCtr="0">
            <a:noAutofit/>
          </a:bodyPr>
          <a:lstStyle/>
          <a:p>
            <a:pPr lvl="0" rtl="0">
              <a:spcBef>
                <a:spcPts val="0"/>
              </a:spcBef>
              <a:buNone/>
            </a:pPr>
            <a:fld id="{00000000-1234-1234-1234-123412341234}" type="slidenum">
              <a:rPr lang="en-US"/>
              <a:pPr lvl="0" rtl="0">
                <a:spcBef>
                  <a:spcPts val="0"/>
                </a:spcBef>
                <a:buNone/>
              </a:pPr>
              <a:t>2</a:t>
            </a:fld>
            <a:endParaRPr lang="en-US"/>
          </a:p>
        </p:txBody>
      </p:sp>
    </p:spTree>
    <p:extLst>
      <p:ext uri="{BB962C8B-B14F-4D97-AF65-F5344CB8AC3E}">
        <p14:creationId xmlns:p14="http://schemas.microsoft.com/office/powerpoint/2010/main" val="28918811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Shape 10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5" name="Shape 10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Tree>
    <p:extLst>
      <p:ext uri="{BB962C8B-B14F-4D97-AF65-F5344CB8AC3E}">
        <p14:creationId xmlns:p14="http://schemas.microsoft.com/office/powerpoint/2010/main" val="364913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Shape 10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5" name="Shape 10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Tree>
    <p:extLst>
      <p:ext uri="{BB962C8B-B14F-4D97-AF65-F5344CB8AC3E}">
        <p14:creationId xmlns:p14="http://schemas.microsoft.com/office/powerpoint/2010/main" val="2021193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Shape 10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5" name="Shape 10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Tree>
    <p:extLst>
      <p:ext uri="{BB962C8B-B14F-4D97-AF65-F5344CB8AC3E}">
        <p14:creationId xmlns:p14="http://schemas.microsoft.com/office/powerpoint/2010/main" val="3110810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Shape 10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5" name="Shape 10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Tree>
    <p:extLst>
      <p:ext uri="{BB962C8B-B14F-4D97-AF65-F5344CB8AC3E}">
        <p14:creationId xmlns:p14="http://schemas.microsoft.com/office/powerpoint/2010/main" val="3788746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Shape 10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5" name="Shape 10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Tree>
    <p:extLst>
      <p:ext uri="{BB962C8B-B14F-4D97-AF65-F5344CB8AC3E}">
        <p14:creationId xmlns:p14="http://schemas.microsoft.com/office/powerpoint/2010/main" val="1852840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Shape 10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105" name="Shape 10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Tree>
    <p:extLst>
      <p:ext uri="{BB962C8B-B14F-4D97-AF65-F5344CB8AC3E}">
        <p14:creationId xmlns:p14="http://schemas.microsoft.com/office/powerpoint/2010/main" val="704698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4"/>
        <p:cNvGrpSpPr/>
        <p:nvPr/>
      </p:nvGrpSpPr>
      <p:grpSpPr>
        <a:xfrm>
          <a:off x="0" y="0"/>
          <a:ext cx="0" cy="0"/>
          <a:chOff x="0" y="0"/>
          <a:chExt cx="0" cy="0"/>
        </a:xfrm>
      </p:grpSpPr>
      <p:sp>
        <p:nvSpPr>
          <p:cNvPr id="15" name="Shape 15"/>
          <p:cNvSpPr txBox="1">
            <a:spLocks noGrp="1"/>
          </p:cNvSpPr>
          <p:nvPr>
            <p:ph type="ctrTitle"/>
          </p:nvPr>
        </p:nvSpPr>
        <p:spPr>
          <a:xfrm>
            <a:off x="685800" y="2130425"/>
            <a:ext cx="7772400" cy="1470024"/>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16" name="Shape 16"/>
          <p:cNvSpPr txBox="1">
            <a:spLocks noGrp="1"/>
          </p:cNvSpPr>
          <p:nvPr>
            <p:ph type="subTitle" idx="1"/>
          </p:nvPr>
        </p:nvSpPr>
        <p:spPr>
          <a:xfrm>
            <a:off x="1371600" y="3886200"/>
            <a:ext cx="6400799" cy="1752600"/>
          </a:xfrm>
          <a:prstGeom prst="rect">
            <a:avLst/>
          </a:prstGeom>
          <a:noFill/>
          <a:ln>
            <a:noFill/>
          </a:ln>
        </p:spPr>
        <p:txBody>
          <a:bodyPr lIns="91425" tIns="91425" rIns="91425" bIns="91425" anchor="t" anchorCtr="0"/>
          <a:lstStyle>
            <a:lvl1pPr marL="0" marR="0" indent="0" algn="ctr" rtl="0">
              <a:spcBef>
                <a:spcPts val="640"/>
              </a:spcBef>
              <a:spcAft>
                <a:spcPts val="0"/>
              </a:spcAft>
              <a:buClr>
                <a:srgbClr val="888888"/>
              </a:buClr>
              <a:buFont typeface="Arial"/>
              <a:buNone/>
              <a:defRPr/>
            </a:lvl1pPr>
            <a:lvl2pPr marL="457200" marR="0" indent="0" algn="ctr" rtl="0">
              <a:spcBef>
                <a:spcPts val="560"/>
              </a:spcBef>
              <a:spcAft>
                <a:spcPts val="0"/>
              </a:spcAft>
              <a:buClr>
                <a:srgbClr val="888888"/>
              </a:buClr>
              <a:buFont typeface="Arial"/>
              <a:buNone/>
              <a:defRPr/>
            </a:lvl2pPr>
            <a:lvl3pPr marL="914400" marR="0" indent="0" algn="ctr" rtl="0">
              <a:spcBef>
                <a:spcPts val="480"/>
              </a:spcBef>
              <a:spcAft>
                <a:spcPts val="0"/>
              </a:spcAft>
              <a:buClr>
                <a:srgbClr val="888888"/>
              </a:buClr>
              <a:buFont typeface="Arial"/>
              <a:buNone/>
              <a:defRPr/>
            </a:lvl3pPr>
            <a:lvl4pPr marL="1371600" marR="0" indent="0" algn="ctr" rtl="0">
              <a:spcBef>
                <a:spcPts val="400"/>
              </a:spcBef>
              <a:spcAft>
                <a:spcPts val="0"/>
              </a:spcAft>
              <a:buClr>
                <a:srgbClr val="888888"/>
              </a:buClr>
              <a:buFont typeface="Arial"/>
              <a:buNone/>
              <a:defRPr/>
            </a:lvl4pPr>
            <a:lvl5pPr marL="1828800" marR="0" indent="0" algn="ctr" rtl="0">
              <a:spcBef>
                <a:spcPts val="400"/>
              </a:spcBef>
              <a:spcAft>
                <a:spcPts val="0"/>
              </a:spcAft>
              <a:buClr>
                <a:srgbClr val="888888"/>
              </a:buClr>
              <a:buFont typeface="Arial"/>
              <a:buNone/>
              <a:defRPr/>
            </a:lvl5pPr>
            <a:lvl6pPr marL="2286000" marR="0" indent="0" algn="ctr" rtl="0">
              <a:spcBef>
                <a:spcPts val="400"/>
              </a:spcBef>
              <a:buClr>
                <a:srgbClr val="888888"/>
              </a:buClr>
              <a:buFont typeface="Arial"/>
              <a:buNone/>
              <a:defRPr/>
            </a:lvl6pPr>
            <a:lvl7pPr marL="2743200" marR="0" indent="0" algn="ctr" rtl="0">
              <a:spcBef>
                <a:spcPts val="400"/>
              </a:spcBef>
              <a:buClr>
                <a:srgbClr val="888888"/>
              </a:buClr>
              <a:buFont typeface="Arial"/>
              <a:buNone/>
              <a:defRPr/>
            </a:lvl7pPr>
            <a:lvl8pPr marL="3200400" marR="0" indent="0" algn="ctr" rtl="0">
              <a:spcBef>
                <a:spcPts val="400"/>
              </a:spcBef>
              <a:buClr>
                <a:srgbClr val="888888"/>
              </a:buClr>
              <a:buFont typeface="Arial"/>
              <a:buNone/>
              <a:defRPr/>
            </a:lvl8pPr>
            <a:lvl9pPr marL="3657600" marR="0" indent="0" algn="ctr" rtl="0">
              <a:spcBef>
                <a:spcPts val="400"/>
              </a:spcBef>
              <a:buClr>
                <a:srgbClr val="888888"/>
              </a:buClr>
              <a:buFont typeface="Arial"/>
              <a:buNone/>
              <a:defRPr/>
            </a:lvl9pPr>
          </a:lstStyle>
          <a:p>
            <a:endParaRPr/>
          </a:p>
        </p:txBody>
      </p:sp>
      <p:sp>
        <p:nvSpPr>
          <p:cNvPr id="17" name="Shape 17"/>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18" name="Shape 18"/>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19" name="Shape 19"/>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22" name="Shape 22"/>
          <p:cNvSpPr txBox="1">
            <a:spLocks noGrp="1"/>
          </p:cNvSpPr>
          <p:nvPr>
            <p:ph type="body" idx="1"/>
          </p:nvPr>
        </p:nvSpPr>
        <p:spPr>
          <a:xfrm>
            <a:off x="457200" y="1600200"/>
            <a:ext cx="8229600" cy="4525961"/>
          </a:xfrm>
          <a:prstGeom prst="rect">
            <a:avLst/>
          </a:prstGeom>
          <a:noFill/>
          <a:ln>
            <a:noFill/>
          </a:ln>
        </p:spPr>
        <p:txBody>
          <a:bodyPr lIns="91425" tIns="91425" rIns="91425" bIns="91425" anchor="t" anchorCtr="0"/>
          <a:lstStyle>
            <a:lvl1pPr marL="342900" indent="-139700" algn="l" rtl="0">
              <a:spcBef>
                <a:spcPts val="640"/>
              </a:spcBef>
              <a:spcAft>
                <a:spcPts val="0"/>
              </a:spcAft>
              <a:buClr>
                <a:schemeClr val="dk1"/>
              </a:buClr>
              <a:buFont typeface="Arial"/>
              <a:buChar char="•"/>
              <a:defRPr/>
            </a:lvl1pPr>
            <a:lvl2pPr marL="742950" indent="-107950" algn="l" rtl="0">
              <a:spcBef>
                <a:spcPts val="560"/>
              </a:spcBef>
              <a:spcAft>
                <a:spcPts val="0"/>
              </a:spcAft>
              <a:buClr>
                <a:schemeClr val="dk1"/>
              </a:buClr>
              <a:buFont typeface="Arial"/>
              <a:buChar char="–"/>
              <a:defRPr/>
            </a:lvl2pPr>
            <a:lvl3pPr marL="1143000" indent="-76200" algn="l" rtl="0">
              <a:spcBef>
                <a:spcPts val="480"/>
              </a:spcBef>
              <a:spcAft>
                <a:spcPts val="0"/>
              </a:spcAft>
              <a:buClr>
                <a:schemeClr val="dk1"/>
              </a:buClr>
              <a:buFont typeface="Arial"/>
              <a:buChar char="•"/>
              <a:defRPr/>
            </a:lvl3pPr>
            <a:lvl4pPr marL="1600200" indent="-101600" algn="l" rtl="0">
              <a:spcBef>
                <a:spcPts val="400"/>
              </a:spcBef>
              <a:spcAft>
                <a:spcPts val="0"/>
              </a:spcAft>
              <a:buClr>
                <a:schemeClr val="dk1"/>
              </a:buClr>
              <a:buFont typeface="Arial"/>
              <a:buChar char="–"/>
              <a:defRPr/>
            </a:lvl4pPr>
            <a:lvl5pPr marL="2057400" indent="-101600" algn="l" rtl="0">
              <a:spcBef>
                <a:spcPts val="400"/>
              </a:spcBef>
              <a:spcAft>
                <a:spcPts val="0"/>
              </a:spcAft>
              <a:buClr>
                <a:schemeClr val="dk1"/>
              </a:buClr>
              <a:buFont typeface="Arial"/>
              <a:buChar char="»"/>
              <a:defRPr/>
            </a:lvl5pPr>
            <a:lvl6pPr marL="2514600" indent="-101600" algn="l" rtl="0">
              <a:spcBef>
                <a:spcPts val="400"/>
              </a:spcBef>
              <a:buClr>
                <a:schemeClr val="dk1"/>
              </a:buClr>
              <a:buFont typeface="Arial"/>
              <a:buChar char="•"/>
              <a:defRPr/>
            </a:lvl6pPr>
            <a:lvl7pPr marL="2971800" indent="-101600" algn="l" rtl="0">
              <a:spcBef>
                <a:spcPts val="400"/>
              </a:spcBef>
              <a:buClr>
                <a:schemeClr val="dk1"/>
              </a:buClr>
              <a:buFont typeface="Arial"/>
              <a:buChar char="•"/>
              <a:defRPr/>
            </a:lvl7pPr>
            <a:lvl8pPr marL="3429000" indent="-101600" algn="l" rtl="0">
              <a:spcBef>
                <a:spcPts val="400"/>
              </a:spcBef>
              <a:buClr>
                <a:schemeClr val="dk1"/>
              </a:buClr>
              <a:buFont typeface="Arial"/>
              <a:buChar char="•"/>
              <a:defRPr/>
            </a:lvl8pPr>
            <a:lvl9pPr marL="3886200" indent="-101600" algn="l" rtl="0">
              <a:spcBef>
                <a:spcPts val="400"/>
              </a:spcBef>
              <a:buClr>
                <a:schemeClr val="dk1"/>
              </a:buClr>
              <a:buFont typeface="Arial"/>
              <a:buChar char="•"/>
              <a:defRPr/>
            </a:lvl9pPr>
          </a:lstStyle>
          <a:p>
            <a:endParaRPr/>
          </a:p>
        </p:txBody>
      </p:sp>
      <p:sp>
        <p:nvSpPr>
          <p:cNvPr id="23" name="Shape 23"/>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24" name="Shape 24"/>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25" name="Shape 25"/>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Shape 26"/>
        <p:cNvGrpSpPr/>
        <p:nvPr/>
      </p:nvGrpSpPr>
      <p:grpSpPr>
        <a:xfrm>
          <a:off x="0" y="0"/>
          <a:ext cx="0" cy="0"/>
          <a:chOff x="0" y="0"/>
          <a:chExt cx="0" cy="0"/>
        </a:xfrm>
      </p:grpSpPr>
      <p:sp>
        <p:nvSpPr>
          <p:cNvPr id="27" name="Shape 27"/>
          <p:cNvSpPr txBox="1">
            <a:spLocks noGrp="1"/>
          </p:cNvSpPr>
          <p:nvPr>
            <p:ph type="title"/>
          </p:nvPr>
        </p:nvSpPr>
        <p:spPr>
          <a:xfrm rot="5400000">
            <a:off x="4732337" y="2171700"/>
            <a:ext cx="5851525" cy="20574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28" name="Shape 28"/>
          <p:cNvSpPr txBox="1">
            <a:spLocks noGrp="1"/>
          </p:cNvSpPr>
          <p:nvPr>
            <p:ph type="body" idx="1"/>
          </p:nvPr>
        </p:nvSpPr>
        <p:spPr>
          <a:xfrm rot="5400000">
            <a:off x="541337" y="190500"/>
            <a:ext cx="5851525" cy="6019799"/>
          </a:xfrm>
          <a:prstGeom prst="rect">
            <a:avLst/>
          </a:prstGeom>
          <a:noFill/>
          <a:ln>
            <a:noFill/>
          </a:ln>
        </p:spPr>
        <p:txBody>
          <a:bodyPr lIns="91425" tIns="91425" rIns="91425" bIns="91425" anchor="t" anchorCtr="0"/>
          <a:lstStyle>
            <a:lvl1pPr marL="342900" indent="-139700" algn="l" rtl="0">
              <a:spcBef>
                <a:spcPts val="640"/>
              </a:spcBef>
              <a:spcAft>
                <a:spcPts val="0"/>
              </a:spcAft>
              <a:buClr>
                <a:schemeClr val="dk1"/>
              </a:buClr>
              <a:buFont typeface="Arial"/>
              <a:buChar char="•"/>
              <a:defRPr/>
            </a:lvl1pPr>
            <a:lvl2pPr marL="742950" indent="-107950" algn="l" rtl="0">
              <a:spcBef>
                <a:spcPts val="560"/>
              </a:spcBef>
              <a:spcAft>
                <a:spcPts val="0"/>
              </a:spcAft>
              <a:buClr>
                <a:schemeClr val="dk1"/>
              </a:buClr>
              <a:buFont typeface="Arial"/>
              <a:buChar char="–"/>
              <a:defRPr/>
            </a:lvl2pPr>
            <a:lvl3pPr marL="1143000" indent="-76200" algn="l" rtl="0">
              <a:spcBef>
                <a:spcPts val="480"/>
              </a:spcBef>
              <a:spcAft>
                <a:spcPts val="0"/>
              </a:spcAft>
              <a:buClr>
                <a:schemeClr val="dk1"/>
              </a:buClr>
              <a:buFont typeface="Arial"/>
              <a:buChar char="•"/>
              <a:defRPr/>
            </a:lvl3pPr>
            <a:lvl4pPr marL="1600200" indent="-101600" algn="l" rtl="0">
              <a:spcBef>
                <a:spcPts val="400"/>
              </a:spcBef>
              <a:spcAft>
                <a:spcPts val="0"/>
              </a:spcAft>
              <a:buClr>
                <a:schemeClr val="dk1"/>
              </a:buClr>
              <a:buFont typeface="Arial"/>
              <a:buChar char="–"/>
              <a:defRPr/>
            </a:lvl4pPr>
            <a:lvl5pPr marL="2057400" indent="-101600" algn="l" rtl="0">
              <a:spcBef>
                <a:spcPts val="400"/>
              </a:spcBef>
              <a:spcAft>
                <a:spcPts val="0"/>
              </a:spcAft>
              <a:buClr>
                <a:schemeClr val="dk1"/>
              </a:buClr>
              <a:buFont typeface="Arial"/>
              <a:buChar char="»"/>
              <a:defRPr/>
            </a:lvl5pPr>
            <a:lvl6pPr marL="2514600" indent="-101600" algn="l" rtl="0">
              <a:spcBef>
                <a:spcPts val="400"/>
              </a:spcBef>
              <a:buClr>
                <a:schemeClr val="dk1"/>
              </a:buClr>
              <a:buFont typeface="Arial"/>
              <a:buChar char="•"/>
              <a:defRPr/>
            </a:lvl6pPr>
            <a:lvl7pPr marL="2971800" indent="-101600" algn="l" rtl="0">
              <a:spcBef>
                <a:spcPts val="400"/>
              </a:spcBef>
              <a:buClr>
                <a:schemeClr val="dk1"/>
              </a:buClr>
              <a:buFont typeface="Arial"/>
              <a:buChar char="•"/>
              <a:defRPr/>
            </a:lvl7pPr>
            <a:lvl8pPr marL="3429000" indent="-101600" algn="l" rtl="0">
              <a:spcBef>
                <a:spcPts val="400"/>
              </a:spcBef>
              <a:buClr>
                <a:schemeClr val="dk1"/>
              </a:buClr>
              <a:buFont typeface="Arial"/>
              <a:buChar char="•"/>
              <a:defRPr/>
            </a:lvl8pPr>
            <a:lvl9pPr marL="3886200" indent="-101600" algn="l" rtl="0">
              <a:spcBef>
                <a:spcPts val="400"/>
              </a:spcBef>
              <a:buClr>
                <a:schemeClr val="dk1"/>
              </a:buClr>
              <a:buFont typeface="Arial"/>
              <a:buChar char="•"/>
              <a:defRPr/>
            </a:lvl9pPr>
          </a:lstStyle>
          <a:p>
            <a:endParaRPr/>
          </a:p>
        </p:txBody>
      </p:sp>
      <p:sp>
        <p:nvSpPr>
          <p:cNvPr id="29" name="Shape 29"/>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30" name="Shape 30"/>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31" name="Shape 31"/>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34" name="Shape 34"/>
          <p:cNvSpPr txBox="1">
            <a:spLocks noGrp="1"/>
          </p:cNvSpPr>
          <p:nvPr>
            <p:ph type="body" idx="1"/>
          </p:nvPr>
        </p:nvSpPr>
        <p:spPr>
          <a:xfrm rot="5400000">
            <a:off x="2309018" y="-251619"/>
            <a:ext cx="4525961" cy="8229600"/>
          </a:xfrm>
          <a:prstGeom prst="rect">
            <a:avLst/>
          </a:prstGeom>
          <a:noFill/>
          <a:ln>
            <a:noFill/>
          </a:ln>
        </p:spPr>
        <p:txBody>
          <a:bodyPr lIns="91425" tIns="91425" rIns="91425" bIns="91425" anchor="t" anchorCtr="0"/>
          <a:lstStyle>
            <a:lvl1pPr marL="342900" indent="-139700" algn="l" rtl="0">
              <a:spcBef>
                <a:spcPts val="640"/>
              </a:spcBef>
              <a:spcAft>
                <a:spcPts val="0"/>
              </a:spcAft>
              <a:buClr>
                <a:schemeClr val="dk1"/>
              </a:buClr>
              <a:buFont typeface="Arial"/>
              <a:buChar char="•"/>
              <a:defRPr/>
            </a:lvl1pPr>
            <a:lvl2pPr marL="742950" indent="-107950" algn="l" rtl="0">
              <a:spcBef>
                <a:spcPts val="560"/>
              </a:spcBef>
              <a:spcAft>
                <a:spcPts val="0"/>
              </a:spcAft>
              <a:buClr>
                <a:schemeClr val="dk1"/>
              </a:buClr>
              <a:buFont typeface="Arial"/>
              <a:buChar char="–"/>
              <a:defRPr/>
            </a:lvl2pPr>
            <a:lvl3pPr marL="1143000" indent="-76200" algn="l" rtl="0">
              <a:spcBef>
                <a:spcPts val="480"/>
              </a:spcBef>
              <a:spcAft>
                <a:spcPts val="0"/>
              </a:spcAft>
              <a:buClr>
                <a:schemeClr val="dk1"/>
              </a:buClr>
              <a:buFont typeface="Arial"/>
              <a:buChar char="•"/>
              <a:defRPr/>
            </a:lvl3pPr>
            <a:lvl4pPr marL="1600200" indent="-101600" algn="l" rtl="0">
              <a:spcBef>
                <a:spcPts val="400"/>
              </a:spcBef>
              <a:spcAft>
                <a:spcPts val="0"/>
              </a:spcAft>
              <a:buClr>
                <a:schemeClr val="dk1"/>
              </a:buClr>
              <a:buFont typeface="Arial"/>
              <a:buChar char="–"/>
              <a:defRPr/>
            </a:lvl4pPr>
            <a:lvl5pPr marL="2057400" indent="-101600" algn="l" rtl="0">
              <a:spcBef>
                <a:spcPts val="400"/>
              </a:spcBef>
              <a:spcAft>
                <a:spcPts val="0"/>
              </a:spcAft>
              <a:buClr>
                <a:schemeClr val="dk1"/>
              </a:buClr>
              <a:buFont typeface="Arial"/>
              <a:buChar char="»"/>
              <a:defRPr/>
            </a:lvl5pPr>
            <a:lvl6pPr marL="2514600" indent="-101600" algn="l" rtl="0">
              <a:spcBef>
                <a:spcPts val="400"/>
              </a:spcBef>
              <a:buClr>
                <a:schemeClr val="dk1"/>
              </a:buClr>
              <a:buFont typeface="Arial"/>
              <a:buChar char="•"/>
              <a:defRPr/>
            </a:lvl6pPr>
            <a:lvl7pPr marL="2971800" indent="-101600" algn="l" rtl="0">
              <a:spcBef>
                <a:spcPts val="400"/>
              </a:spcBef>
              <a:buClr>
                <a:schemeClr val="dk1"/>
              </a:buClr>
              <a:buFont typeface="Arial"/>
              <a:buChar char="•"/>
              <a:defRPr/>
            </a:lvl7pPr>
            <a:lvl8pPr marL="3429000" indent="-101600" algn="l" rtl="0">
              <a:spcBef>
                <a:spcPts val="400"/>
              </a:spcBef>
              <a:buClr>
                <a:schemeClr val="dk1"/>
              </a:buClr>
              <a:buFont typeface="Arial"/>
              <a:buChar char="•"/>
              <a:defRPr/>
            </a:lvl8pPr>
            <a:lvl9pPr marL="3886200" indent="-101600" algn="l" rtl="0">
              <a:spcBef>
                <a:spcPts val="400"/>
              </a:spcBef>
              <a:buClr>
                <a:schemeClr val="dk1"/>
              </a:buClr>
              <a:buFont typeface="Arial"/>
              <a:buChar char="•"/>
              <a:defRPr/>
            </a:lvl9pPr>
          </a:lstStyle>
          <a:p>
            <a:endParaRPr/>
          </a:p>
        </p:txBody>
      </p:sp>
      <p:sp>
        <p:nvSpPr>
          <p:cNvPr id="35" name="Shape 35"/>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36" name="Shape 36"/>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37" name="Shape 37"/>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Shape 38"/>
        <p:cNvGrpSpPr/>
        <p:nvPr/>
      </p:nvGrpSpPr>
      <p:grpSpPr>
        <a:xfrm>
          <a:off x="0" y="0"/>
          <a:ext cx="0" cy="0"/>
          <a:chOff x="0" y="0"/>
          <a:chExt cx="0" cy="0"/>
        </a:xfrm>
      </p:grpSpPr>
      <p:sp>
        <p:nvSpPr>
          <p:cNvPr id="39" name="Shape 39"/>
          <p:cNvSpPr txBox="1">
            <a:spLocks noGrp="1"/>
          </p:cNvSpPr>
          <p:nvPr>
            <p:ph type="title"/>
          </p:nvPr>
        </p:nvSpPr>
        <p:spPr>
          <a:xfrm>
            <a:off x="1792288" y="4800600"/>
            <a:ext cx="5486399" cy="566737"/>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0" name="Shape 40"/>
          <p:cNvSpPr>
            <a:spLocks noGrp="1"/>
          </p:cNvSpPr>
          <p:nvPr>
            <p:ph type="pic" idx="2"/>
          </p:nvPr>
        </p:nvSpPr>
        <p:spPr>
          <a:xfrm>
            <a:off x="1792288" y="612775"/>
            <a:ext cx="5486399" cy="4114800"/>
          </a:xfrm>
          <a:prstGeom prst="rect">
            <a:avLst/>
          </a:prstGeom>
          <a:noFill/>
          <a:ln>
            <a:noFill/>
          </a:ln>
        </p:spPr>
      </p:sp>
      <p:sp>
        <p:nvSpPr>
          <p:cNvPr id="41" name="Shape 41"/>
          <p:cNvSpPr txBox="1">
            <a:spLocks noGrp="1"/>
          </p:cNvSpPr>
          <p:nvPr>
            <p:ph type="body" idx="1"/>
          </p:nvPr>
        </p:nvSpPr>
        <p:spPr>
          <a:xfrm>
            <a:off x="1792288" y="5367337"/>
            <a:ext cx="5486399" cy="804861"/>
          </a:xfrm>
          <a:prstGeom prst="rect">
            <a:avLst/>
          </a:prstGeom>
          <a:noFill/>
          <a:ln>
            <a:noFill/>
          </a:ln>
        </p:spPr>
        <p:txBody>
          <a:bodyPr lIns="91425" tIns="91425" rIns="91425" bIns="91425" anchor="t" anchorCtr="0"/>
          <a:lstStyle>
            <a:lvl1pPr marL="0" indent="0" rtl="0">
              <a:spcBef>
                <a:spcPts val="0"/>
              </a:spcBef>
              <a:buFont typeface="Calibri"/>
              <a:buNone/>
              <a:defRPr/>
            </a:lvl1pPr>
            <a:lvl2pPr marL="457200" indent="0" rtl="0">
              <a:spcBef>
                <a:spcPts val="0"/>
              </a:spcBef>
              <a:buFont typeface="Calibri"/>
              <a:buNone/>
              <a:defRPr/>
            </a:lvl2pPr>
            <a:lvl3pPr marL="914400" indent="0" rtl="0">
              <a:spcBef>
                <a:spcPts val="0"/>
              </a:spcBef>
              <a:buFont typeface="Calibri"/>
              <a:buNone/>
              <a:defRPr/>
            </a:lvl3pPr>
            <a:lvl4pPr marL="1371600" indent="0" rtl="0">
              <a:spcBef>
                <a:spcPts val="0"/>
              </a:spcBef>
              <a:buFont typeface="Calibri"/>
              <a:buNone/>
              <a:defRPr/>
            </a:lvl4pPr>
            <a:lvl5pPr marL="1828800" indent="0" rtl="0">
              <a:spcBef>
                <a:spcPts val="0"/>
              </a:spcBef>
              <a:buFont typeface="Calibri"/>
              <a:buNone/>
              <a:defRPr/>
            </a:lvl5pPr>
            <a:lvl6pPr marL="2286000" indent="0" rtl="0">
              <a:spcBef>
                <a:spcPts val="0"/>
              </a:spcBef>
              <a:buFont typeface="Calibri"/>
              <a:buNone/>
              <a:defRPr/>
            </a:lvl6pPr>
            <a:lvl7pPr marL="2743200" indent="0" rtl="0">
              <a:spcBef>
                <a:spcPts val="0"/>
              </a:spcBef>
              <a:buFont typeface="Calibri"/>
              <a:buNone/>
              <a:defRPr/>
            </a:lvl7pPr>
            <a:lvl8pPr marL="3200400" indent="0" rtl="0">
              <a:spcBef>
                <a:spcPts val="0"/>
              </a:spcBef>
              <a:buFont typeface="Calibri"/>
              <a:buNone/>
              <a:defRPr/>
            </a:lvl8pPr>
            <a:lvl9pPr marL="3657600" indent="0" rtl="0">
              <a:spcBef>
                <a:spcPts val="0"/>
              </a:spcBef>
              <a:buFont typeface="Calibri"/>
              <a:buNone/>
              <a:defRPr/>
            </a:lvl9pPr>
          </a:lstStyle>
          <a:p>
            <a:endParaRPr/>
          </a:p>
        </p:txBody>
      </p:sp>
      <p:sp>
        <p:nvSpPr>
          <p:cNvPr id="42" name="Shape 42"/>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43" name="Shape 43"/>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44" name="Shape 44"/>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Shape 45"/>
        <p:cNvGrpSpPr/>
        <p:nvPr/>
      </p:nvGrpSpPr>
      <p:grpSpPr>
        <a:xfrm>
          <a:off x="0" y="0"/>
          <a:ext cx="0" cy="0"/>
          <a:chOff x="0" y="0"/>
          <a:chExt cx="0" cy="0"/>
        </a:xfrm>
      </p:grpSpPr>
      <p:sp>
        <p:nvSpPr>
          <p:cNvPr id="46" name="Shape 46"/>
          <p:cNvSpPr txBox="1">
            <a:spLocks noGrp="1"/>
          </p:cNvSpPr>
          <p:nvPr>
            <p:ph type="title"/>
          </p:nvPr>
        </p:nvSpPr>
        <p:spPr>
          <a:xfrm>
            <a:off x="457200" y="273050"/>
            <a:ext cx="3008313" cy="1162049"/>
          </a:xfrm>
          <a:prstGeom prst="rect">
            <a:avLst/>
          </a:prstGeom>
          <a:noFill/>
          <a:ln>
            <a:noFill/>
          </a:ln>
        </p:spPr>
        <p:txBody>
          <a:bodyPr lIns="91425" tIns="91425" rIns="91425" bIns="91425" anchor="b"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7" name="Shape 47"/>
          <p:cNvSpPr txBox="1">
            <a:spLocks noGrp="1"/>
          </p:cNvSpPr>
          <p:nvPr>
            <p:ph type="body" idx="1"/>
          </p:nvPr>
        </p:nvSpPr>
        <p:spPr>
          <a:xfrm>
            <a:off x="3575050" y="273050"/>
            <a:ext cx="5111750" cy="5853112"/>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48" name="Shape 48"/>
          <p:cNvSpPr txBox="1">
            <a:spLocks noGrp="1"/>
          </p:cNvSpPr>
          <p:nvPr>
            <p:ph type="body" idx="2"/>
          </p:nvPr>
        </p:nvSpPr>
        <p:spPr>
          <a:xfrm>
            <a:off x="457200" y="1435100"/>
            <a:ext cx="3008313" cy="4691063"/>
          </a:xfrm>
          <a:prstGeom prst="rect">
            <a:avLst/>
          </a:prstGeom>
          <a:noFill/>
          <a:ln>
            <a:noFill/>
          </a:ln>
        </p:spPr>
        <p:txBody>
          <a:bodyPr lIns="91425" tIns="91425" rIns="91425" bIns="91425" anchor="t" anchorCtr="0"/>
          <a:lstStyle>
            <a:lvl1pPr marL="0" indent="0" rtl="0">
              <a:spcBef>
                <a:spcPts val="0"/>
              </a:spcBef>
              <a:buFont typeface="Calibri"/>
              <a:buNone/>
              <a:defRPr/>
            </a:lvl1pPr>
            <a:lvl2pPr marL="457200" indent="0" rtl="0">
              <a:spcBef>
                <a:spcPts val="0"/>
              </a:spcBef>
              <a:buFont typeface="Calibri"/>
              <a:buNone/>
              <a:defRPr/>
            </a:lvl2pPr>
            <a:lvl3pPr marL="914400" indent="0" rtl="0">
              <a:spcBef>
                <a:spcPts val="0"/>
              </a:spcBef>
              <a:buFont typeface="Calibri"/>
              <a:buNone/>
              <a:defRPr/>
            </a:lvl3pPr>
            <a:lvl4pPr marL="1371600" indent="0" rtl="0">
              <a:spcBef>
                <a:spcPts val="0"/>
              </a:spcBef>
              <a:buFont typeface="Calibri"/>
              <a:buNone/>
              <a:defRPr/>
            </a:lvl4pPr>
            <a:lvl5pPr marL="1828800" indent="0" rtl="0">
              <a:spcBef>
                <a:spcPts val="0"/>
              </a:spcBef>
              <a:buFont typeface="Calibri"/>
              <a:buNone/>
              <a:defRPr/>
            </a:lvl5pPr>
            <a:lvl6pPr marL="2286000" indent="0" rtl="0">
              <a:spcBef>
                <a:spcPts val="0"/>
              </a:spcBef>
              <a:buFont typeface="Calibri"/>
              <a:buNone/>
              <a:defRPr/>
            </a:lvl6pPr>
            <a:lvl7pPr marL="2743200" indent="0" rtl="0">
              <a:spcBef>
                <a:spcPts val="0"/>
              </a:spcBef>
              <a:buFont typeface="Calibri"/>
              <a:buNone/>
              <a:defRPr/>
            </a:lvl7pPr>
            <a:lvl8pPr marL="3200400" indent="0" rtl="0">
              <a:spcBef>
                <a:spcPts val="0"/>
              </a:spcBef>
              <a:buFont typeface="Calibri"/>
              <a:buNone/>
              <a:defRPr/>
            </a:lvl8pPr>
            <a:lvl9pPr marL="3657600" indent="0" rtl="0">
              <a:spcBef>
                <a:spcPts val="0"/>
              </a:spcBef>
              <a:buFont typeface="Calibri"/>
              <a:buNone/>
              <a:defRPr/>
            </a:lvl9pPr>
          </a:lstStyle>
          <a:p>
            <a:endParaRPr/>
          </a:p>
        </p:txBody>
      </p:sp>
      <p:sp>
        <p:nvSpPr>
          <p:cNvPr id="49" name="Shape 49"/>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50" name="Shape 50"/>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51" name="Shape 51"/>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2"/>
        <p:cNvGrpSpPr/>
        <p:nvPr/>
      </p:nvGrpSpPr>
      <p:grpSpPr>
        <a:xfrm>
          <a:off x="0" y="0"/>
          <a:ext cx="0" cy="0"/>
          <a:chOff x="0" y="0"/>
          <a:chExt cx="0" cy="0"/>
        </a:xfrm>
      </p:grpSpPr>
      <p:sp>
        <p:nvSpPr>
          <p:cNvPr id="53" name="Shape 53"/>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54" name="Shape 54"/>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55" name="Shape 55"/>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56"/>
        <p:cNvGrpSpPr/>
        <p:nvPr/>
      </p:nvGrpSpPr>
      <p:grpSpPr>
        <a:xfrm>
          <a:off x="0" y="0"/>
          <a:ext cx="0" cy="0"/>
          <a:chOff x="0" y="0"/>
          <a:chExt cx="0" cy="0"/>
        </a:xfrm>
      </p:grpSpPr>
      <p:sp>
        <p:nvSpPr>
          <p:cNvPr id="57" name="Shape 57"/>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58" name="Shape 58"/>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59" name="Shape 59"/>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60" name="Shape 60"/>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3" name="Shape 63"/>
          <p:cNvSpPr txBox="1">
            <a:spLocks noGrp="1"/>
          </p:cNvSpPr>
          <p:nvPr>
            <p:ph type="body" idx="1"/>
          </p:nvPr>
        </p:nvSpPr>
        <p:spPr>
          <a:xfrm>
            <a:off x="457200" y="1535112"/>
            <a:ext cx="4040187" cy="639762"/>
          </a:xfrm>
          <a:prstGeom prst="rect">
            <a:avLst/>
          </a:prstGeom>
          <a:noFill/>
          <a:ln>
            <a:noFill/>
          </a:ln>
        </p:spPr>
        <p:txBody>
          <a:bodyPr lIns="91425" tIns="91425" rIns="91425" bIns="91425" anchor="b" anchorCtr="0"/>
          <a:lstStyle>
            <a:lvl1pPr marL="0" indent="0" rtl="0">
              <a:spcBef>
                <a:spcPts val="0"/>
              </a:spcBef>
              <a:buFont typeface="Calibri"/>
              <a:buNone/>
              <a:defRPr/>
            </a:lvl1pPr>
            <a:lvl2pPr marL="457200" indent="0" rtl="0">
              <a:spcBef>
                <a:spcPts val="0"/>
              </a:spcBef>
              <a:buFont typeface="Calibri"/>
              <a:buNone/>
              <a:defRPr/>
            </a:lvl2pPr>
            <a:lvl3pPr marL="914400" indent="0" rtl="0">
              <a:spcBef>
                <a:spcPts val="0"/>
              </a:spcBef>
              <a:buFont typeface="Calibri"/>
              <a:buNone/>
              <a:defRPr/>
            </a:lvl3pPr>
            <a:lvl4pPr marL="1371600" indent="0" rtl="0">
              <a:spcBef>
                <a:spcPts val="0"/>
              </a:spcBef>
              <a:buFont typeface="Calibri"/>
              <a:buNone/>
              <a:defRPr/>
            </a:lvl4pPr>
            <a:lvl5pPr marL="1828800" indent="0" rtl="0">
              <a:spcBef>
                <a:spcPts val="0"/>
              </a:spcBef>
              <a:buFont typeface="Calibri"/>
              <a:buNone/>
              <a:defRPr/>
            </a:lvl5pPr>
            <a:lvl6pPr marL="2286000" indent="0" rtl="0">
              <a:spcBef>
                <a:spcPts val="0"/>
              </a:spcBef>
              <a:buFont typeface="Calibri"/>
              <a:buNone/>
              <a:defRPr/>
            </a:lvl6pPr>
            <a:lvl7pPr marL="2743200" indent="0" rtl="0">
              <a:spcBef>
                <a:spcPts val="0"/>
              </a:spcBef>
              <a:buFont typeface="Calibri"/>
              <a:buNone/>
              <a:defRPr/>
            </a:lvl7pPr>
            <a:lvl8pPr marL="3200400" indent="0" rtl="0">
              <a:spcBef>
                <a:spcPts val="0"/>
              </a:spcBef>
              <a:buFont typeface="Calibri"/>
              <a:buNone/>
              <a:defRPr/>
            </a:lvl8pPr>
            <a:lvl9pPr marL="3657600" indent="0" rtl="0">
              <a:spcBef>
                <a:spcPts val="0"/>
              </a:spcBef>
              <a:buFont typeface="Calibri"/>
              <a:buNone/>
              <a:defRPr/>
            </a:lvl9pPr>
          </a:lstStyle>
          <a:p>
            <a:endParaRPr/>
          </a:p>
        </p:txBody>
      </p:sp>
      <p:sp>
        <p:nvSpPr>
          <p:cNvPr id="64" name="Shape 64"/>
          <p:cNvSpPr txBox="1">
            <a:spLocks noGrp="1"/>
          </p:cNvSpPr>
          <p:nvPr>
            <p:ph type="body" idx="2"/>
          </p:nvPr>
        </p:nvSpPr>
        <p:spPr>
          <a:xfrm>
            <a:off x="457200" y="2174875"/>
            <a:ext cx="4040187" cy="3951287"/>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5" name="Shape 65"/>
          <p:cNvSpPr txBox="1">
            <a:spLocks noGrp="1"/>
          </p:cNvSpPr>
          <p:nvPr>
            <p:ph type="body" idx="3"/>
          </p:nvPr>
        </p:nvSpPr>
        <p:spPr>
          <a:xfrm>
            <a:off x="4645025" y="1535112"/>
            <a:ext cx="4041774" cy="639762"/>
          </a:xfrm>
          <a:prstGeom prst="rect">
            <a:avLst/>
          </a:prstGeom>
          <a:noFill/>
          <a:ln>
            <a:noFill/>
          </a:ln>
        </p:spPr>
        <p:txBody>
          <a:bodyPr lIns="91425" tIns="91425" rIns="91425" bIns="91425" anchor="b" anchorCtr="0"/>
          <a:lstStyle>
            <a:lvl1pPr marL="0" indent="0" rtl="0">
              <a:spcBef>
                <a:spcPts val="0"/>
              </a:spcBef>
              <a:buFont typeface="Calibri"/>
              <a:buNone/>
              <a:defRPr/>
            </a:lvl1pPr>
            <a:lvl2pPr marL="457200" indent="0" rtl="0">
              <a:spcBef>
                <a:spcPts val="0"/>
              </a:spcBef>
              <a:buFont typeface="Calibri"/>
              <a:buNone/>
              <a:defRPr/>
            </a:lvl2pPr>
            <a:lvl3pPr marL="914400" indent="0" rtl="0">
              <a:spcBef>
                <a:spcPts val="0"/>
              </a:spcBef>
              <a:buFont typeface="Calibri"/>
              <a:buNone/>
              <a:defRPr/>
            </a:lvl3pPr>
            <a:lvl4pPr marL="1371600" indent="0" rtl="0">
              <a:spcBef>
                <a:spcPts val="0"/>
              </a:spcBef>
              <a:buFont typeface="Calibri"/>
              <a:buNone/>
              <a:defRPr/>
            </a:lvl4pPr>
            <a:lvl5pPr marL="1828800" indent="0" rtl="0">
              <a:spcBef>
                <a:spcPts val="0"/>
              </a:spcBef>
              <a:buFont typeface="Calibri"/>
              <a:buNone/>
              <a:defRPr/>
            </a:lvl5pPr>
            <a:lvl6pPr marL="2286000" indent="0" rtl="0">
              <a:spcBef>
                <a:spcPts val="0"/>
              </a:spcBef>
              <a:buFont typeface="Calibri"/>
              <a:buNone/>
              <a:defRPr/>
            </a:lvl6pPr>
            <a:lvl7pPr marL="2743200" indent="0" rtl="0">
              <a:spcBef>
                <a:spcPts val="0"/>
              </a:spcBef>
              <a:buFont typeface="Calibri"/>
              <a:buNone/>
              <a:defRPr/>
            </a:lvl7pPr>
            <a:lvl8pPr marL="3200400" indent="0" rtl="0">
              <a:spcBef>
                <a:spcPts val="0"/>
              </a:spcBef>
              <a:buFont typeface="Calibri"/>
              <a:buNone/>
              <a:defRPr/>
            </a:lvl8pPr>
            <a:lvl9pPr marL="3657600" indent="0" rtl="0">
              <a:spcBef>
                <a:spcPts val="0"/>
              </a:spcBef>
              <a:buFont typeface="Calibri"/>
              <a:buNone/>
              <a:defRPr/>
            </a:lvl9pPr>
          </a:lstStyle>
          <a:p>
            <a:endParaRPr/>
          </a:p>
        </p:txBody>
      </p:sp>
      <p:sp>
        <p:nvSpPr>
          <p:cNvPr id="66" name="Shape 66"/>
          <p:cNvSpPr txBox="1">
            <a:spLocks noGrp="1"/>
          </p:cNvSpPr>
          <p:nvPr>
            <p:ph type="body" idx="4"/>
          </p:nvPr>
        </p:nvSpPr>
        <p:spPr>
          <a:xfrm>
            <a:off x="4645025" y="2174875"/>
            <a:ext cx="4041774" cy="3951287"/>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67" name="Shape 67"/>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68" name="Shape 68"/>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69" name="Shape 69"/>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algn="ctr" rtl="0">
              <a:spcBef>
                <a:spcPts val="0"/>
              </a:spcBef>
              <a:spcAft>
                <a:spcPts val="0"/>
              </a:spcAft>
              <a:defRPr/>
            </a:lvl1pPr>
            <a:lvl2pPr algn="ctr" rtl="0">
              <a:spcBef>
                <a:spcPts val="0"/>
              </a:spcBef>
              <a:spcAft>
                <a:spcPts val="0"/>
              </a:spcAft>
              <a:defRPr/>
            </a:lvl2pPr>
            <a:lvl3pPr algn="ctr" rtl="0">
              <a:spcBef>
                <a:spcPts val="0"/>
              </a:spcBef>
              <a:spcAft>
                <a:spcPts val="0"/>
              </a:spcAft>
              <a:defRPr/>
            </a:lvl3pPr>
            <a:lvl4pPr algn="ctr" rtl="0">
              <a:spcBef>
                <a:spcPts val="0"/>
              </a:spcBef>
              <a:spcAft>
                <a:spcPts val="0"/>
              </a:spcAft>
              <a:defRPr/>
            </a:lvl4pPr>
            <a:lvl5pPr algn="ctr" rtl="0">
              <a:spcBef>
                <a:spcPts val="0"/>
              </a:spcBef>
              <a:spcAft>
                <a:spcPts val="0"/>
              </a:spcAft>
              <a:defRPr/>
            </a:lvl5pPr>
            <a:lvl6pPr marL="457200" algn="ctr" rtl="0">
              <a:spcBef>
                <a:spcPts val="0"/>
              </a:spcBef>
              <a:spcAft>
                <a:spcPts val="0"/>
              </a:spcAft>
              <a:defRPr/>
            </a:lvl6pPr>
            <a:lvl7pPr marL="914400" algn="ctr" rtl="0">
              <a:spcBef>
                <a:spcPts val="0"/>
              </a:spcBef>
              <a:spcAft>
                <a:spcPts val="0"/>
              </a:spcAft>
              <a:defRPr/>
            </a:lvl7pPr>
            <a:lvl8pPr marL="1371600" algn="ctr" rtl="0">
              <a:spcBef>
                <a:spcPts val="0"/>
              </a:spcBef>
              <a:spcAft>
                <a:spcPts val="0"/>
              </a:spcAft>
              <a:defRPr/>
            </a:lvl8pPr>
            <a:lvl9pPr marL="1828800" algn="ctr" rtl="0">
              <a:spcBef>
                <a:spcPts val="0"/>
              </a:spcBef>
              <a:spcAft>
                <a:spcPts val="0"/>
              </a:spcAft>
              <a:defRPr/>
            </a:lvl9pPr>
          </a:lstStyle>
          <a:p>
            <a:endParaRPr/>
          </a:p>
        </p:txBody>
      </p:sp>
      <p:sp>
        <p:nvSpPr>
          <p:cNvPr id="72" name="Shape 72"/>
          <p:cNvSpPr txBox="1">
            <a:spLocks noGrp="1"/>
          </p:cNvSpPr>
          <p:nvPr>
            <p:ph type="body" idx="1"/>
          </p:nvPr>
        </p:nvSpPr>
        <p:spPr>
          <a:xfrm>
            <a:off x="457200" y="1600200"/>
            <a:ext cx="4038599" cy="4525963"/>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3" name="Shape 73"/>
          <p:cNvSpPr txBox="1">
            <a:spLocks noGrp="1"/>
          </p:cNvSpPr>
          <p:nvPr>
            <p:ph type="body" idx="2"/>
          </p:nvPr>
        </p:nvSpPr>
        <p:spPr>
          <a:xfrm>
            <a:off x="4648200" y="1600200"/>
            <a:ext cx="4038599" cy="4525963"/>
          </a:xfrm>
          <a:prstGeom prst="rect">
            <a:avLst/>
          </a:prstGeom>
          <a:noFill/>
          <a:ln>
            <a:noFill/>
          </a:ln>
        </p:spPr>
        <p:txBody>
          <a:bodyPr lIns="91425" tIns="91425" rIns="91425" bIns="91425" anchor="t" anchorCtr="0"/>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4" name="Shape 74"/>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75" name="Shape 75"/>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76" name="Shape 76"/>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77"/>
        <p:cNvGrpSpPr/>
        <p:nvPr/>
      </p:nvGrpSpPr>
      <p:grpSpPr>
        <a:xfrm>
          <a:off x="0" y="0"/>
          <a:ext cx="0" cy="0"/>
          <a:chOff x="0" y="0"/>
          <a:chExt cx="0" cy="0"/>
        </a:xfrm>
      </p:grpSpPr>
      <p:sp>
        <p:nvSpPr>
          <p:cNvPr id="78" name="Shape 78"/>
          <p:cNvSpPr txBox="1">
            <a:spLocks noGrp="1"/>
          </p:cNvSpPr>
          <p:nvPr>
            <p:ph type="title"/>
          </p:nvPr>
        </p:nvSpPr>
        <p:spPr>
          <a:xfrm>
            <a:off x="722312" y="4406900"/>
            <a:ext cx="7772400" cy="1362075"/>
          </a:xfrm>
          <a:prstGeom prst="rect">
            <a:avLst/>
          </a:prstGeom>
          <a:noFill/>
          <a:ln>
            <a:noFill/>
          </a:ln>
        </p:spPr>
        <p:txBody>
          <a:bodyPr lIns="91425" tIns="91425" rIns="91425" bIns="91425" anchor="t" anchorCtr="0"/>
          <a:lstStyle>
            <a:lvl1pPr algn="l"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79" name="Shape 79"/>
          <p:cNvSpPr txBox="1">
            <a:spLocks noGrp="1"/>
          </p:cNvSpPr>
          <p:nvPr>
            <p:ph type="body" idx="1"/>
          </p:nvPr>
        </p:nvSpPr>
        <p:spPr>
          <a:xfrm>
            <a:off x="722312" y="2906713"/>
            <a:ext cx="7772400" cy="1500187"/>
          </a:xfrm>
          <a:prstGeom prst="rect">
            <a:avLst/>
          </a:prstGeom>
          <a:noFill/>
          <a:ln>
            <a:noFill/>
          </a:ln>
        </p:spPr>
        <p:txBody>
          <a:bodyPr lIns="91425" tIns="91425" rIns="91425" bIns="91425" anchor="b" anchorCtr="0"/>
          <a:lstStyle>
            <a:lvl1pPr marL="0" indent="0" rtl="0">
              <a:spcBef>
                <a:spcPts val="0"/>
              </a:spcBef>
              <a:buClr>
                <a:srgbClr val="888888"/>
              </a:buClr>
              <a:buFont typeface="Calibri"/>
              <a:buNone/>
              <a:defRPr/>
            </a:lvl1pPr>
            <a:lvl2pPr marL="457200" indent="0" rtl="0">
              <a:spcBef>
                <a:spcPts val="0"/>
              </a:spcBef>
              <a:buClr>
                <a:srgbClr val="888888"/>
              </a:buClr>
              <a:buFont typeface="Calibri"/>
              <a:buNone/>
              <a:defRPr/>
            </a:lvl2pPr>
            <a:lvl3pPr marL="914400" indent="0" rtl="0">
              <a:spcBef>
                <a:spcPts val="0"/>
              </a:spcBef>
              <a:buClr>
                <a:srgbClr val="888888"/>
              </a:buClr>
              <a:buFont typeface="Calibri"/>
              <a:buNone/>
              <a:defRPr/>
            </a:lvl3pPr>
            <a:lvl4pPr marL="1371600" indent="0" rtl="0">
              <a:spcBef>
                <a:spcPts val="0"/>
              </a:spcBef>
              <a:buClr>
                <a:srgbClr val="888888"/>
              </a:buClr>
              <a:buFont typeface="Calibri"/>
              <a:buNone/>
              <a:defRPr/>
            </a:lvl4pPr>
            <a:lvl5pPr marL="1828800" indent="0" rtl="0">
              <a:spcBef>
                <a:spcPts val="0"/>
              </a:spcBef>
              <a:buClr>
                <a:srgbClr val="888888"/>
              </a:buClr>
              <a:buFont typeface="Calibri"/>
              <a:buNone/>
              <a:defRPr/>
            </a:lvl5pPr>
            <a:lvl6pPr marL="2286000" indent="0" rtl="0">
              <a:spcBef>
                <a:spcPts val="0"/>
              </a:spcBef>
              <a:buClr>
                <a:srgbClr val="888888"/>
              </a:buClr>
              <a:buFont typeface="Calibri"/>
              <a:buNone/>
              <a:defRPr/>
            </a:lvl6pPr>
            <a:lvl7pPr marL="2743200" indent="0" rtl="0">
              <a:spcBef>
                <a:spcPts val="0"/>
              </a:spcBef>
              <a:buClr>
                <a:srgbClr val="888888"/>
              </a:buClr>
              <a:buFont typeface="Calibri"/>
              <a:buNone/>
              <a:defRPr/>
            </a:lvl7pPr>
            <a:lvl8pPr marL="3200400" indent="0" rtl="0">
              <a:spcBef>
                <a:spcPts val="0"/>
              </a:spcBef>
              <a:buClr>
                <a:srgbClr val="888888"/>
              </a:buClr>
              <a:buFont typeface="Calibri"/>
              <a:buNone/>
              <a:defRPr/>
            </a:lvl8pPr>
            <a:lvl9pPr marL="3657600" indent="0" rtl="0">
              <a:spcBef>
                <a:spcPts val="0"/>
              </a:spcBef>
              <a:buClr>
                <a:srgbClr val="888888"/>
              </a:buClr>
              <a:buFont typeface="Calibri"/>
              <a:buNone/>
              <a:defRPr/>
            </a:lvl9pPr>
          </a:lstStyle>
          <a:p>
            <a:endParaRPr/>
          </a:p>
        </p:txBody>
      </p:sp>
      <p:sp>
        <p:nvSpPr>
          <p:cNvPr id="80" name="Shape 80"/>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endParaRPr/>
          </a:p>
        </p:txBody>
      </p:sp>
      <p:sp>
        <p:nvSpPr>
          <p:cNvPr id="81" name="Shape 81"/>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0" marR="0" indent="0" algn="l" rtl="0">
              <a:spcBef>
                <a:spcPts val="0"/>
              </a:spcBef>
              <a:defRPr/>
            </a:lvl2pPr>
            <a:lvl3pPr marL="0" marR="0" indent="0" algn="l" rtl="0">
              <a:spcBef>
                <a:spcPts val="0"/>
              </a:spcBef>
              <a:defRPr/>
            </a:lvl3pPr>
            <a:lvl4pPr marL="0" marR="0" indent="0" algn="l" rtl="0">
              <a:spcBef>
                <a:spcPts val="0"/>
              </a:spcBef>
              <a:defRPr/>
            </a:lvl4pPr>
            <a:lvl5pPr marL="0" marR="0" indent="0" algn="l" rtl="0">
              <a:spcBef>
                <a:spcPts val="0"/>
              </a:spcBef>
              <a:defRPr/>
            </a:lvl5pPr>
            <a:lvl6pPr marL="0" marR="0" indent="0" algn="l" rtl="0">
              <a:spcBef>
                <a:spcPts val="0"/>
              </a:spcBef>
              <a:defRPr/>
            </a:lvl6pPr>
            <a:lvl7pPr marL="0" marR="0" indent="0" algn="l" rtl="0">
              <a:spcBef>
                <a:spcPts val="0"/>
              </a:spcBef>
              <a:defRPr/>
            </a:lvl7pPr>
            <a:lvl8pPr marL="0" marR="0" indent="0" algn="l" rtl="0">
              <a:spcBef>
                <a:spcPts val="0"/>
              </a:spcBef>
              <a:defRPr/>
            </a:lvl8pPr>
            <a:lvl9pPr marL="0" marR="0" indent="0" algn="l" rtl="0">
              <a:spcBef>
                <a:spcPts val="0"/>
              </a:spcBef>
              <a:defRPr/>
            </a:lvl9pPr>
          </a:lstStyle>
          <a:p>
            <a:r>
              <a:rPr lang="en-US"/>
              <a:t>Dept. of CSE                            10CS86 : Technical Seminar</a:t>
            </a:r>
            <a:endParaRPr/>
          </a:p>
        </p:txBody>
      </p:sp>
      <p:sp>
        <p:nvSpPr>
          <p:cNvPr id="82" name="Shape 82"/>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Shape 9"/>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marL="0" marR="0" indent="0" algn="ctr" rtl="0">
              <a:spcBef>
                <a:spcPts val="0"/>
              </a:spcBef>
              <a:spcAft>
                <a:spcPts val="0"/>
              </a:spcAft>
              <a:defRPr/>
            </a:lvl1pPr>
            <a:lvl2pPr marL="0" marR="0" indent="0" algn="ctr" rtl="0">
              <a:spcBef>
                <a:spcPts val="0"/>
              </a:spcBef>
              <a:spcAft>
                <a:spcPts val="0"/>
              </a:spcAft>
              <a:defRPr/>
            </a:lvl2pPr>
            <a:lvl3pPr marL="0" marR="0" indent="0" algn="ctr" rtl="0">
              <a:spcBef>
                <a:spcPts val="0"/>
              </a:spcBef>
              <a:spcAft>
                <a:spcPts val="0"/>
              </a:spcAft>
              <a:defRPr/>
            </a:lvl3pPr>
            <a:lvl4pPr marL="0" marR="0" indent="0" algn="ctr" rtl="0">
              <a:spcBef>
                <a:spcPts val="0"/>
              </a:spcBef>
              <a:spcAft>
                <a:spcPts val="0"/>
              </a:spcAft>
              <a:defRPr/>
            </a:lvl4pPr>
            <a:lvl5pPr marL="0" marR="0" indent="0" algn="ctr" rtl="0">
              <a:spcBef>
                <a:spcPts val="0"/>
              </a:spcBef>
              <a:spcAft>
                <a:spcPts val="0"/>
              </a:spcAft>
              <a:defRPr/>
            </a:lvl5pPr>
            <a:lvl6pPr marL="457200" marR="0" indent="0" algn="ctr" rtl="0">
              <a:spcBef>
                <a:spcPts val="0"/>
              </a:spcBef>
              <a:spcAft>
                <a:spcPts val="0"/>
              </a:spcAft>
              <a:defRPr/>
            </a:lvl6pPr>
            <a:lvl7pPr marL="914400" marR="0" indent="0" algn="ctr" rtl="0">
              <a:spcBef>
                <a:spcPts val="0"/>
              </a:spcBef>
              <a:spcAft>
                <a:spcPts val="0"/>
              </a:spcAft>
              <a:defRPr/>
            </a:lvl7pPr>
            <a:lvl8pPr marL="1371600" marR="0" indent="0" algn="ctr" rtl="0">
              <a:spcBef>
                <a:spcPts val="0"/>
              </a:spcBef>
              <a:spcAft>
                <a:spcPts val="0"/>
              </a:spcAft>
              <a:defRPr/>
            </a:lvl8pPr>
            <a:lvl9pPr marL="1828800" marR="0" indent="0" algn="ctr" rtl="0">
              <a:spcBef>
                <a:spcPts val="0"/>
              </a:spcBef>
              <a:spcAft>
                <a:spcPts val="0"/>
              </a:spcAft>
              <a:defRPr/>
            </a:lvl9pPr>
          </a:lstStyle>
          <a:p>
            <a:endParaRPr/>
          </a:p>
        </p:txBody>
      </p:sp>
      <p:sp>
        <p:nvSpPr>
          <p:cNvPr id="10" name="Shape 10"/>
          <p:cNvSpPr txBox="1">
            <a:spLocks noGrp="1"/>
          </p:cNvSpPr>
          <p:nvPr>
            <p:ph type="body" idx="1"/>
          </p:nvPr>
        </p:nvSpPr>
        <p:spPr>
          <a:xfrm>
            <a:off x="457200" y="1600200"/>
            <a:ext cx="8229600" cy="4525961"/>
          </a:xfrm>
          <a:prstGeom prst="rect">
            <a:avLst/>
          </a:prstGeom>
          <a:noFill/>
          <a:ln>
            <a:noFill/>
          </a:ln>
        </p:spPr>
        <p:txBody>
          <a:bodyPr lIns="91425" tIns="91425" rIns="91425" bIns="91425" anchor="t" anchorCtr="0"/>
          <a:lstStyle>
            <a:lvl1pPr marL="342900" marR="0" indent="-139700" algn="l" rtl="0">
              <a:spcBef>
                <a:spcPts val="640"/>
              </a:spcBef>
              <a:spcAft>
                <a:spcPts val="0"/>
              </a:spcAft>
              <a:buClr>
                <a:schemeClr val="dk1"/>
              </a:buClr>
              <a:buFont typeface="Arial"/>
              <a:buChar char="•"/>
              <a:defRPr/>
            </a:lvl1pPr>
            <a:lvl2pPr marL="742950" marR="0" indent="-107950" algn="l" rtl="0">
              <a:spcBef>
                <a:spcPts val="560"/>
              </a:spcBef>
              <a:spcAft>
                <a:spcPts val="0"/>
              </a:spcAft>
              <a:buClr>
                <a:schemeClr val="dk1"/>
              </a:buClr>
              <a:buFont typeface="Arial"/>
              <a:buChar char="–"/>
              <a:defRPr/>
            </a:lvl2pPr>
            <a:lvl3pPr marL="1143000" marR="0" indent="-76200" algn="l" rtl="0">
              <a:spcBef>
                <a:spcPts val="480"/>
              </a:spcBef>
              <a:spcAft>
                <a:spcPts val="0"/>
              </a:spcAft>
              <a:buClr>
                <a:schemeClr val="dk1"/>
              </a:buClr>
              <a:buFont typeface="Arial"/>
              <a:buChar char="•"/>
              <a:defRPr/>
            </a:lvl3pPr>
            <a:lvl4pPr marL="1600200" marR="0" indent="-101600" algn="l" rtl="0">
              <a:spcBef>
                <a:spcPts val="400"/>
              </a:spcBef>
              <a:spcAft>
                <a:spcPts val="0"/>
              </a:spcAft>
              <a:buClr>
                <a:schemeClr val="dk1"/>
              </a:buClr>
              <a:buFont typeface="Arial"/>
              <a:buChar char="–"/>
              <a:defRPr/>
            </a:lvl4pPr>
            <a:lvl5pPr marL="2057400" marR="0" indent="-101600" algn="l" rtl="0">
              <a:spcBef>
                <a:spcPts val="400"/>
              </a:spcBef>
              <a:spcAft>
                <a:spcPts val="0"/>
              </a:spcAft>
              <a:buClr>
                <a:schemeClr val="dk1"/>
              </a:buClr>
              <a:buFont typeface="Arial"/>
              <a:buChar char="»"/>
              <a:defRPr/>
            </a:lvl5pPr>
            <a:lvl6pPr marL="2514600" marR="0" indent="-101600" algn="l" rtl="0">
              <a:spcBef>
                <a:spcPts val="400"/>
              </a:spcBef>
              <a:buClr>
                <a:schemeClr val="dk1"/>
              </a:buClr>
              <a:buFont typeface="Arial"/>
              <a:buChar char="•"/>
              <a:defRPr/>
            </a:lvl6pPr>
            <a:lvl7pPr marL="2971800" marR="0" indent="-101600" algn="l" rtl="0">
              <a:spcBef>
                <a:spcPts val="400"/>
              </a:spcBef>
              <a:buClr>
                <a:schemeClr val="dk1"/>
              </a:buClr>
              <a:buFont typeface="Arial"/>
              <a:buChar char="•"/>
              <a:defRPr/>
            </a:lvl7pPr>
            <a:lvl8pPr marL="3429000" marR="0" indent="-101600" algn="l" rtl="0">
              <a:spcBef>
                <a:spcPts val="400"/>
              </a:spcBef>
              <a:buClr>
                <a:schemeClr val="dk1"/>
              </a:buClr>
              <a:buFont typeface="Arial"/>
              <a:buChar char="•"/>
              <a:defRPr/>
            </a:lvl8pPr>
            <a:lvl9pPr marL="3886200" marR="0" indent="-101600" algn="l" rtl="0">
              <a:spcBef>
                <a:spcPts val="400"/>
              </a:spcBef>
              <a:buClr>
                <a:schemeClr val="dk1"/>
              </a:buClr>
              <a:buFont typeface="Arial"/>
              <a:buChar char="•"/>
              <a:defRPr/>
            </a:lvl9pPr>
          </a:lstStyle>
          <a:p>
            <a:endParaRPr/>
          </a:p>
        </p:txBody>
      </p:sp>
      <p:sp>
        <p:nvSpPr>
          <p:cNvPr id="11" name="Shape 11"/>
          <p:cNvSpPr txBox="1">
            <a:spLocks noGrp="1"/>
          </p:cNvSpPr>
          <p:nvPr>
            <p:ph type="dt" idx="10"/>
          </p:nvPr>
        </p:nvSpPr>
        <p:spPr>
          <a:xfrm>
            <a:off x="457200" y="6356350"/>
            <a:ext cx="2133599" cy="365125"/>
          </a:xfrm>
          <a:prstGeom prst="rect">
            <a:avLst/>
          </a:prstGeom>
          <a:noFill/>
          <a:ln>
            <a:noFill/>
          </a:ln>
        </p:spPr>
        <p:txBody>
          <a:bodyPr lIns="91425" tIns="91425" rIns="91425" bIns="91425" anchor="ctr" anchorCtr="0"/>
          <a:lstStyle>
            <a:lvl1pPr marL="0" marR="0" indent="0" algn="l" rtl="0">
              <a:spcBef>
                <a:spcPts val="0"/>
              </a:spcBef>
              <a:defRPr/>
            </a:lvl1pPr>
            <a:lvl2pPr marL="457200" marR="0" indent="0" algn="l" rtl="0">
              <a:spcBef>
                <a:spcPts val="0"/>
              </a:spcBef>
              <a:defRPr/>
            </a:lvl2pPr>
            <a:lvl3pPr marL="914400" marR="0" indent="0" algn="l" rtl="0">
              <a:spcBef>
                <a:spcPts val="0"/>
              </a:spcBef>
              <a:defRPr/>
            </a:lvl3pPr>
            <a:lvl4pPr marL="1371600" marR="0" indent="0" algn="l" rtl="0">
              <a:spcBef>
                <a:spcPts val="0"/>
              </a:spcBef>
              <a:defRPr/>
            </a:lvl4pPr>
            <a:lvl5pPr marL="1828800" marR="0" indent="0" algn="l" rtl="0">
              <a:spcBef>
                <a:spcPts val="0"/>
              </a:spcBef>
              <a:defRPr/>
            </a:lvl5pPr>
            <a:lvl6pPr marL="2286000" marR="0" indent="0" algn="l" rtl="0">
              <a:spcBef>
                <a:spcPts val="0"/>
              </a:spcBef>
              <a:defRPr/>
            </a:lvl6pPr>
            <a:lvl7pPr marL="2743200" marR="0" indent="0" algn="l" rtl="0">
              <a:spcBef>
                <a:spcPts val="0"/>
              </a:spcBef>
              <a:defRPr/>
            </a:lvl7pPr>
            <a:lvl8pPr marL="3200400" marR="0" indent="0" algn="l" rtl="0">
              <a:spcBef>
                <a:spcPts val="0"/>
              </a:spcBef>
              <a:defRPr/>
            </a:lvl8pPr>
            <a:lvl9pPr marL="3657600" marR="0" indent="0" algn="l" rtl="0">
              <a:spcBef>
                <a:spcPts val="0"/>
              </a:spcBef>
              <a:defRPr/>
            </a:lvl9pPr>
          </a:lstStyle>
          <a:p>
            <a:endParaRPr/>
          </a:p>
        </p:txBody>
      </p:sp>
      <p:sp>
        <p:nvSpPr>
          <p:cNvPr id="12" name="Shape 12"/>
          <p:cNvSpPr txBox="1">
            <a:spLocks noGrp="1"/>
          </p:cNvSpPr>
          <p:nvPr>
            <p:ph type="ftr" idx="11"/>
          </p:nvPr>
        </p:nvSpPr>
        <p:spPr>
          <a:xfrm>
            <a:off x="3124200" y="6356350"/>
            <a:ext cx="2895600" cy="365125"/>
          </a:xfrm>
          <a:prstGeom prst="rect">
            <a:avLst/>
          </a:prstGeom>
          <a:noFill/>
          <a:ln>
            <a:noFill/>
          </a:ln>
        </p:spPr>
        <p:txBody>
          <a:bodyPr lIns="91425" tIns="91425" rIns="91425" bIns="91425" anchor="ctr" anchorCtr="0"/>
          <a:lstStyle>
            <a:lvl1pPr marL="0" marR="0" indent="0" algn="ctr" rtl="0">
              <a:spcBef>
                <a:spcPts val="0"/>
              </a:spcBef>
              <a:defRPr/>
            </a:lvl1pPr>
            <a:lvl2pPr marL="457200" marR="0" indent="0" algn="l" rtl="0">
              <a:spcBef>
                <a:spcPts val="0"/>
              </a:spcBef>
              <a:defRPr/>
            </a:lvl2pPr>
            <a:lvl3pPr marL="914400" marR="0" indent="0" algn="l" rtl="0">
              <a:spcBef>
                <a:spcPts val="0"/>
              </a:spcBef>
              <a:defRPr/>
            </a:lvl3pPr>
            <a:lvl4pPr marL="1371600" marR="0" indent="0" algn="l" rtl="0">
              <a:spcBef>
                <a:spcPts val="0"/>
              </a:spcBef>
              <a:defRPr/>
            </a:lvl4pPr>
            <a:lvl5pPr marL="1828800" marR="0" indent="0" algn="l" rtl="0">
              <a:spcBef>
                <a:spcPts val="0"/>
              </a:spcBef>
              <a:defRPr/>
            </a:lvl5pPr>
            <a:lvl6pPr marL="2286000" marR="0" indent="0" algn="l" rtl="0">
              <a:spcBef>
                <a:spcPts val="0"/>
              </a:spcBef>
              <a:defRPr/>
            </a:lvl6pPr>
            <a:lvl7pPr marL="2743200" marR="0" indent="0" algn="l" rtl="0">
              <a:spcBef>
                <a:spcPts val="0"/>
              </a:spcBef>
              <a:defRPr/>
            </a:lvl7pPr>
            <a:lvl8pPr marL="3200400" marR="0" indent="0" algn="l" rtl="0">
              <a:spcBef>
                <a:spcPts val="0"/>
              </a:spcBef>
              <a:defRPr/>
            </a:lvl8pPr>
            <a:lvl9pPr marL="3657600" marR="0" indent="0" algn="l" rtl="0">
              <a:spcBef>
                <a:spcPts val="0"/>
              </a:spcBef>
              <a:defRPr/>
            </a:lvl9pPr>
          </a:lstStyle>
          <a:p>
            <a:r>
              <a:rPr lang="en-US"/>
              <a:t>Dept. of CSE                            10CS86 : Technical Seminar</a:t>
            </a:r>
            <a:endParaRPr/>
          </a:p>
        </p:txBody>
      </p:sp>
      <p:sp>
        <p:nvSpPr>
          <p:cNvPr id="13" name="Shape 13"/>
          <p:cNvSpPr txBox="1">
            <a:spLocks noGrp="1"/>
          </p:cNvSpPr>
          <p:nvPr>
            <p:ph type="sldNum" idx="12"/>
          </p:nvPr>
        </p:nvSpPr>
        <p:spPr>
          <a:xfrm>
            <a:off x="6553200" y="6356350"/>
            <a:ext cx="2133599" cy="365125"/>
          </a:xfrm>
          <a:prstGeom prst="rect">
            <a:avLst/>
          </a:prstGeom>
          <a:noFill/>
          <a:ln>
            <a:noFill/>
          </a:ln>
        </p:spPr>
        <p:txBody>
          <a:bodyPr lIns="91425" tIns="45700" rIns="91425" bIns="45700" anchor="ctr" anchorCtr="0">
            <a:noAutofit/>
          </a:bodyPr>
          <a:lstStyle>
            <a:lvl1pPr marL="0" marR="0" indent="0" algn="r" rtl="0">
              <a:lnSpc>
                <a:spcPct val="100000"/>
              </a:lnSpc>
              <a:spcBef>
                <a:spcPts val="0"/>
              </a:spcBef>
              <a:spcAft>
                <a:spcPts val="0"/>
              </a:spcAft>
              <a:buNone/>
              <a:defRPr sz="1200" b="0" i="0" u="none" strike="noStrike" cap="none" baseline="0">
                <a:solidFill>
                  <a:srgbClr val="898989"/>
                </a:solidFill>
                <a:latin typeface="Calibri"/>
                <a:ea typeface="Calibri"/>
                <a:cs typeface="Calibri"/>
                <a:sym typeface="Calibri"/>
              </a:defRPr>
            </a:lvl1pPr>
          </a:lstStyle>
          <a:p>
            <a:pPr marL="0" lvl="0" indent="0">
              <a:spcBef>
                <a:spcPts val="0"/>
              </a:spcBef>
              <a:buClr>
                <a:srgbClr val="898989"/>
              </a:buClr>
              <a:buSzPct val="25000"/>
              <a:buFont typeface="Calibri"/>
              <a:buNone/>
            </a:pPr>
            <a:fld id="{00000000-1234-1234-1234-123412341234}" type="slidenum">
              <a:rPr lang="en-US"/>
              <a:pPr marL="0" lvl="0" indent="0">
                <a:spcBef>
                  <a:spcPts val="0"/>
                </a:spcBef>
                <a:buClr>
                  <a:srgbClr val="898989"/>
                </a:buClr>
                <a:buSzPct val="25000"/>
                <a:buFont typeface="Calibri"/>
                <a:buNone/>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dt="0"/>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ctrTitle"/>
          </p:nvPr>
        </p:nvSpPr>
        <p:spPr>
          <a:xfrm>
            <a:off x="990600" y="76200"/>
            <a:ext cx="7772400" cy="1219200"/>
          </a:xfrm>
          <a:prstGeom prst="rect">
            <a:avLst/>
          </a:prstGeom>
          <a:noFill/>
          <a:ln>
            <a:noFill/>
          </a:ln>
        </p:spPr>
        <p:txBody>
          <a:bodyPr lIns="91425" tIns="45700" rIns="91425" bIns="45700" anchor="ctr" anchorCtr="0">
            <a:noAutofit/>
          </a:bodyPr>
          <a:lstStyle/>
          <a:p>
            <a:pPr lvl="0" fontAlgn="base">
              <a:lnSpc>
                <a:spcPct val="150000"/>
              </a:lnSpc>
              <a:spcBef>
                <a:spcPct val="0"/>
              </a:spcBef>
              <a:spcAft>
                <a:spcPct val="0"/>
              </a:spcAft>
            </a:pPr>
            <a:br>
              <a:rPr lang="en-US" sz="4400" dirty="0"/>
            </a:br>
            <a:r>
              <a:rPr lang="en-US" sz="2800" b="1" kern="1200" dirty="0">
                <a:latin typeface="Times New Roman" pitchFamily="18" charset="0"/>
                <a:ea typeface="+mn-ea"/>
                <a:cs typeface="Times New Roman" pitchFamily="18" charset="0"/>
                <a:sym typeface="Times New Roman" pitchFamily="18" charset="0"/>
              </a:rPr>
              <a:t>Global Academy of Technology</a:t>
            </a:r>
            <a:br>
              <a:rPr lang="en-US" sz="1800" b="1" kern="1200" dirty="0">
                <a:latin typeface="Times New Roman" pitchFamily="18" charset="0"/>
                <a:ea typeface="+mn-ea"/>
                <a:cs typeface="Times New Roman" pitchFamily="18" charset="0"/>
                <a:sym typeface="Times New Roman" pitchFamily="18" charset="0"/>
              </a:rPr>
            </a:br>
            <a:r>
              <a:rPr lang="en-US" sz="2000" b="1" kern="1200" dirty="0">
                <a:latin typeface="Times New Roman" pitchFamily="18" charset="0"/>
                <a:ea typeface="+mn-ea"/>
                <a:cs typeface="Times New Roman" pitchFamily="18" charset="0"/>
                <a:sym typeface="Times New Roman" pitchFamily="18" charset="0"/>
              </a:rPr>
              <a:t>Department of Computer Science and Engineering</a:t>
            </a:r>
            <a:br>
              <a:rPr lang="en-US" sz="1800" kern="1200" dirty="0">
                <a:latin typeface="Arial" charset="0"/>
                <a:ea typeface="+mn-ea"/>
                <a:cs typeface="Arial" charset="0"/>
              </a:rPr>
            </a:br>
            <a:endParaRPr lang="en-US" sz="4400" dirty="0">
              <a:solidFill>
                <a:schemeClr val="dk1"/>
              </a:solidFill>
              <a:latin typeface="Calibri"/>
              <a:ea typeface="Calibri"/>
              <a:cs typeface="Calibri"/>
              <a:sym typeface="Calibri"/>
            </a:endParaRPr>
          </a:p>
        </p:txBody>
      </p:sp>
      <p:sp>
        <p:nvSpPr>
          <p:cNvPr id="85" name="Shape 85"/>
          <p:cNvSpPr txBox="1">
            <a:spLocks noGrp="1"/>
          </p:cNvSpPr>
          <p:nvPr>
            <p:ph type="subTitle" idx="1"/>
          </p:nvPr>
        </p:nvSpPr>
        <p:spPr>
          <a:xfrm>
            <a:off x="152400" y="3962400"/>
            <a:ext cx="4648200" cy="1981200"/>
          </a:xfrm>
          <a:prstGeom prst="rect">
            <a:avLst/>
          </a:prstGeom>
          <a:noFill/>
          <a:ln>
            <a:noFill/>
          </a:ln>
        </p:spPr>
        <p:txBody>
          <a:bodyPr lIns="91425" tIns="45700" rIns="91425" bIns="45700" anchor="t" anchorCtr="0">
            <a:noAutofit/>
          </a:bodyPr>
          <a:lstStyle/>
          <a:p>
            <a:pPr algn="l" eaLnBrk="1" hangingPunct="1">
              <a:spcBef>
                <a:spcPts val="0"/>
              </a:spcBef>
            </a:pPr>
            <a:endParaRPr lang="en-US" sz="2400" b="1" dirty="0">
              <a:latin typeface="Times New Roman" pitchFamily="18" charset="0"/>
              <a:cs typeface="Times New Roman" pitchFamily="18" charset="0"/>
            </a:endParaRPr>
          </a:p>
          <a:p>
            <a:pPr algn="l" eaLnBrk="1" hangingPunct="1">
              <a:spcBef>
                <a:spcPts val="0"/>
              </a:spcBef>
            </a:pPr>
            <a:r>
              <a:rPr lang="en-US" sz="2400" b="1" dirty="0">
                <a:latin typeface="Times New Roman" pitchFamily="18" charset="0"/>
                <a:cs typeface="Times New Roman" pitchFamily="18" charset="0"/>
              </a:rPr>
              <a:t>         Name: TEJAS S</a:t>
            </a:r>
          </a:p>
          <a:p>
            <a:pPr algn="l" eaLnBrk="1" hangingPunct="1">
              <a:spcBef>
                <a:spcPts val="0"/>
              </a:spcBef>
            </a:pPr>
            <a:r>
              <a:rPr lang="en-US" sz="2400" b="1" dirty="0">
                <a:latin typeface="Times New Roman" pitchFamily="18" charset="0"/>
                <a:cs typeface="Times New Roman" pitchFamily="18" charset="0"/>
              </a:rPr>
              <a:t>         USN:1GA21CS167</a:t>
            </a:r>
          </a:p>
        </p:txBody>
      </p:sp>
      <p:sp>
        <p:nvSpPr>
          <p:cNvPr id="6" name="Rectangle 5"/>
          <p:cNvSpPr/>
          <p:nvPr/>
        </p:nvSpPr>
        <p:spPr>
          <a:xfrm>
            <a:off x="2522415" y="1600200"/>
            <a:ext cx="5803192" cy="584775"/>
          </a:xfrm>
          <a:prstGeom prst="rect">
            <a:avLst/>
          </a:prstGeom>
        </p:spPr>
        <p:txBody>
          <a:bodyPr wrap="none">
            <a:spAutoFit/>
          </a:bodyPr>
          <a:lstStyle/>
          <a:p>
            <a:pPr algn="ctr"/>
            <a:r>
              <a:rPr lang="en-US" sz="3200" b="1" dirty="0">
                <a:latin typeface="Times New Roman" pitchFamily="18" charset="0"/>
                <a:cs typeface="Times New Roman" pitchFamily="18" charset="0"/>
              </a:rPr>
              <a:t> Technical Seminar (21CSES84)</a:t>
            </a:r>
          </a:p>
        </p:txBody>
      </p:sp>
      <p:sp>
        <p:nvSpPr>
          <p:cNvPr id="7" name="Shape 85"/>
          <p:cNvSpPr txBox="1">
            <a:spLocks/>
          </p:cNvSpPr>
          <p:nvPr/>
        </p:nvSpPr>
        <p:spPr>
          <a:xfrm>
            <a:off x="5375564" y="4407989"/>
            <a:ext cx="3733800" cy="1981200"/>
          </a:xfrm>
          <a:prstGeom prst="rect">
            <a:avLst/>
          </a:prstGeom>
          <a:noFill/>
          <a:ln>
            <a:noFill/>
          </a:ln>
        </p:spPr>
        <p:txBody>
          <a:bodyPr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888888"/>
              </a:buClr>
              <a:buSzTx/>
              <a:buFont typeface="Arial"/>
              <a:buNone/>
              <a:tabLst/>
              <a:defRPr/>
            </a:pPr>
            <a:r>
              <a:rPr kumimoji="0" lang="en-US" sz="2400" b="1" i="0" u="sng" strike="noStrike" kern="0" cap="none" spc="0" normalizeH="0" baseline="0" noProof="0" dirty="0">
                <a:ln>
                  <a:noFill/>
                </a:ln>
                <a:solidFill>
                  <a:srgbClr val="000000"/>
                </a:solidFill>
                <a:effectLst/>
                <a:uLnTx/>
                <a:uFillTx/>
                <a:latin typeface="Times New Roman" pitchFamily="18" charset="0"/>
                <a:ea typeface="Arial"/>
                <a:cs typeface="Times New Roman" pitchFamily="18" charset="0"/>
                <a:sym typeface="Arial"/>
              </a:rPr>
              <a:t>Guide</a:t>
            </a:r>
          </a:p>
          <a:p>
            <a:pPr marL="0" marR="0" lvl="0" indent="0" algn="l" defTabSz="914400" rtl="0" eaLnBrk="1" fontAlgn="auto" latinLnBrk="0" hangingPunct="1">
              <a:lnSpc>
                <a:spcPct val="100000"/>
              </a:lnSpc>
              <a:spcBef>
                <a:spcPts val="0"/>
              </a:spcBef>
              <a:spcAft>
                <a:spcPts val="0"/>
              </a:spcAft>
              <a:buClr>
                <a:srgbClr val="888888"/>
              </a:buClr>
              <a:buSzTx/>
              <a:buFont typeface="Arial"/>
              <a:buNone/>
              <a:tabLst/>
              <a:defRPr/>
            </a:pPr>
            <a:endParaRPr lang="en-US" sz="2400" b="1" dirty="0">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
                <a:srgbClr val="888888"/>
              </a:buClr>
              <a:buSzTx/>
              <a:buFont typeface="Arial"/>
              <a:buNone/>
              <a:tabLst/>
              <a:defRPr/>
            </a:pPr>
            <a:r>
              <a:rPr kumimoji="0" lang="en-US" sz="2400" b="1" i="0" u="none" strike="noStrike" kern="0" cap="none" spc="0" normalizeH="0" baseline="0" noProof="0" dirty="0">
                <a:ln>
                  <a:noFill/>
                </a:ln>
                <a:solidFill>
                  <a:srgbClr val="000000"/>
                </a:solidFill>
                <a:effectLst/>
                <a:uLnTx/>
                <a:uFillTx/>
                <a:latin typeface="Times New Roman" pitchFamily="18" charset="0"/>
                <a:ea typeface="Arial"/>
                <a:cs typeface="Times New Roman" pitchFamily="18" charset="0"/>
                <a:sym typeface="Arial"/>
              </a:rPr>
              <a:t>Name of the </a:t>
            </a:r>
            <a:r>
              <a:rPr kumimoji="0" lang="en-US" sz="2400" b="1" i="0" u="none" strike="noStrike" kern="0" cap="none" spc="0" normalizeH="0" baseline="0" noProof="0" dirty="0" err="1">
                <a:ln>
                  <a:noFill/>
                </a:ln>
                <a:solidFill>
                  <a:srgbClr val="000000"/>
                </a:solidFill>
                <a:effectLst/>
                <a:uLnTx/>
                <a:uFillTx/>
                <a:latin typeface="Times New Roman" pitchFamily="18" charset="0"/>
                <a:ea typeface="Arial"/>
                <a:cs typeface="Times New Roman" pitchFamily="18" charset="0"/>
                <a:sym typeface="Arial"/>
              </a:rPr>
              <a:t>faculty:Divya</a:t>
            </a:r>
            <a:r>
              <a:rPr kumimoji="0" lang="en-US" sz="2400" b="1" i="0" u="none" strike="noStrike" kern="0" cap="none" spc="0" normalizeH="0" baseline="0" noProof="0" dirty="0">
                <a:ln>
                  <a:noFill/>
                </a:ln>
                <a:solidFill>
                  <a:srgbClr val="000000"/>
                </a:solidFill>
                <a:effectLst/>
                <a:uLnTx/>
                <a:uFillTx/>
                <a:latin typeface="Times New Roman" pitchFamily="18" charset="0"/>
                <a:ea typeface="Arial"/>
                <a:cs typeface="Times New Roman" pitchFamily="18" charset="0"/>
                <a:sym typeface="Arial"/>
              </a:rPr>
              <a:t> SJ</a:t>
            </a:r>
          </a:p>
          <a:p>
            <a:pPr marL="0" marR="0" lvl="0" indent="0" algn="l" defTabSz="914400" rtl="0" eaLnBrk="1" fontAlgn="auto" latinLnBrk="0" hangingPunct="1">
              <a:lnSpc>
                <a:spcPct val="100000"/>
              </a:lnSpc>
              <a:spcBef>
                <a:spcPts val="0"/>
              </a:spcBef>
              <a:spcAft>
                <a:spcPts val="0"/>
              </a:spcAft>
              <a:buClr>
                <a:srgbClr val="888888"/>
              </a:buClr>
              <a:buSzTx/>
              <a:buFont typeface="Arial"/>
              <a:buNone/>
              <a:tabLst/>
              <a:defRPr/>
            </a:pPr>
            <a:r>
              <a:rPr lang="en-US" sz="2000" dirty="0">
                <a:latin typeface="Times New Roman" pitchFamily="18" charset="0"/>
                <a:cs typeface="Times New Roman" pitchFamily="18" charset="0"/>
              </a:rPr>
              <a:t>Assistant professor</a:t>
            </a:r>
          </a:p>
          <a:p>
            <a:pPr marL="0" marR="0" lvl="0" indent="0" algn="l" defTabSz="914400" rtl="0" eaLnBrk="1" fontAlgn="auto" latinLnBrk="0" hangingPunct="1">
              <a:lnSpc>
                <a:spcPct val="100000"/>
              </a:lnSpc>
              <a:spcBef>
                <a:spcPts val="0"/>
              </a:spcBef>
              <a:spcAft>
                <a:spcPts val="0"/>
              </a:spcAft>
              <a:buClr>
                <a:srgbClr val="888888"/>
              </a:buClr>
              <a:buSzTx/>
              <a:buFont typeface="Arial"/>
              <a:buNone/>
              <a:tabLst/>
              <a:defRPr/>
            </a:pPr>
            <a:r>
              <a:rPr kumimoji="0" lang="en-US" sz="2000" i="0" u="none" strike="noStrike" kern="0" cap="none" spc="0" normalizeH="0" baseline="0" noProof="0" dirty="0">
                <a:ln>
                  <a:noFill/>
                </a:ln>
                <a:solidFill>
                  <a:srgbClr val="000000"/>
                </a:solidFill>
                <a:effectLst/>
                <a:uLnTx/>
                <a:uFillTx/>
                <a:latin typeface="Times New Roman" pitchFamily="18" charset="0"/>
                <a:ea typeface="Arial"/>
                <a:cs typeface="Times New Roman" pitchFamily="18" charset="0"/>
                <a:sym typeface="Arial"/>
              </a:rPr>
              <a:t>Dept. of CSE, GAT</a:t>
            </a:r>
          </a:p>
        </p:txBody>
      </p:sp>
      <p:pic>
        <p:nvPicPr>
          <p:cNvPr id="1027" name="Picture 3">
            <a:extLst>
              <a:ext uri="{FF2B5EF4-FFF2-40B4-BE49-F238E27FC236}">
                <a16:creationId xmlns:a16="http://schemas.microsoft.com/office/drawing/2014/main" id="{6943F923-7C5E-DB48-E579-761B12AD92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 y="258763"/>
            <a:ext cx="1736725"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94CDD66C-4C0D-AA17-2325-50BD7F6124E5}"/>
              </a:ext>
            </a:extLst>
          </p:cNvPr>
          <p:cNvSpPr txBox="1"/>
          <p:nvPr/>
        </p:nvSpPr>
        <p:spPr>
          <a:xfrm>
            <a:off x="1603664" y="2287995"/>
            <a:ext cx="5638800" cy="1569660"/>
          </a:xfrm>
          <a:prstGeom prst="rect">
            <a:avLst/>
          </a:prstGeom>
          <a:noFill/>
        </p:spPr>
        <p:txBody>
          <a:bodyPr wrap="square" rtlCol="0">
            <a:spAutoFit/>
          </a:bodyPr>
          <a:lstStyle/>
          <a:p>
            <a:pPr algn="ctr"/>
            <a:r>
              <a:rPr lang="en-US" sz="2400" b="1" i="0" u="none" strike="noStrike" baseline="0" dirty="0">
                <a:latin typeface="Times New Roman" panose="02020603050405020304" pitchFamily="18" charset="0"/>
                <a:cs typeface="Times New Roman" panose="02020603050405020304" pitchFamily="18" charset="0"/>
              </a:rPr>
              <a:t>Real-Time Plant Disease Dataset Development</a:t>
            </a:r>
          </a:p>
          <a:p>
            <a:pPr algn="ctr"/>
            <a:r>
              <a:rPr lang="en-US" sz="2400" b="1" i="0" u="none" strike="noStrike" baseline="0" dirty="0">
                <a:latin typeface="Times New Roman" panose="02020603050405020304" pitchFamily="18" charset="0"/>
                <a:cs typeface="Times New Roman" panose="02020603050405020304" pitchFamily="18" charset="0"/>
              </a:rPr>
              <a:t>and Detection of Plant Disease Using</a:t>
            </a:r>
          </a:p>
          <a:p>
            <a:pPr algn="ctr"/>
            <a:r>
              <a:rPr lang="en-IN" sz="2400" b="1" i="0" u="none" strike="noStrike" baseline="0" dirty="0">
                <a:latin typeface="Times New Roman" panose="02020603050405020304" pitchFamily="18" charset="0"/>
                <a:cs typeface="Times New Roman" panose="02020603050405020304" pitchFamily="18" charset="0"/>
              </a:rPr>
              <a:t>Deep Learning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5185853"/>
      </p:ext>
    </p:extLst>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title"/>
          </p:nvPr>
        </p:nvSpPr>
        <p:spPr>
          <a:xfrm>
            <a:off x="457200" y="274628"/>
            <a:ext cx="8229600" cy="837900"/>
          </a:xfrm>
          <a:prstGeom prst="rect">
            <a:avLst/>
          </a:prstGeom>
        </p:spPr>
        <p:txBody>
          <a:bodyPr lIns="91425" tIns="91425" rIns="91425" bIns="91425" anchor="ctr" anchorCtr="0">
            <a:noAutofit/>
          </a:bodyPr>
          <a:lstStyle/>
          <a:p>
            <a:pPr lvl="0" rtl="0">
              <a:spcBef>
                <a:spcPts val="0"/>
              </a:spcBef>
              <a:buNone/>
            </a:pPr>
            <a:r>
              <a:rPr lang="en-US" sz="4000" b="1" dirty="0">
                <a:latin typeface="Times New Roman" pitchFamily="18" charset="0"/>
                <a:ea typeface="Calibri"/>
                <a:cs typeface="Times New Roman" pitchFamily="18" charset="0"/>
                <a:sym typeface="Calibri"/>
              </a:rPr>
              <a:t>Index</a:t>
            </a:r>
          </a:p>
        </p:txBody>
      </p:sp>
      <p:sp>
        <p:nvSpPr>
          <p:cNvPr id="91" name="Shape 91"/>
          <p:cNvSpPr txBox="1">
            <a:spLocks noGrp="1"/>
          </p:cNvSpPr>
          <p:nvPr>
            <p:ph type="body" idx="1"/>
          </p:nvPr>
        </p:nvSpPr>
        <p:spPr>
          <a:xfrm>
            <a:off x="457200" y="1524000"/>
            <a:ext cx="8229600" cy="4876799"/>
          </a:xfrm>
          <a:prstGeom prst="rect">
            <a:avLst/>
          </a:prstGeom>
        </p:spPr>
        <p:txBody>
          <a:bodyPr lIns="91425" tIns="91425" rIns="91425" bIns="91425" anchor="t" anchorCtr="0">
            <a:noAutofit/>
          </a:bodyPr>
          <a:lstStyle/>
          <a:p>
            <a:pPr marL="457200" lvl="0" indent="-419100" rtl="0">
              <a:lnSpc>
                <a:spcPct val="150000"/>
              </a:lnSpc>
              <a:spcBef>
                <a:spcPts val="0"/>
              </a:spcBef>
              <a:buClr>
                <a:schemeClr val="dk1"/>
              </a:buClr>
              <a:buSzPct val="100000"/>
              <a:buFont typeface="Arial"/>
              <a:buChar char="•"/>
            </a:pPr>
            <a:r>
              <a:rPr lang="en-US" sz="2600" dirty="0">
                <a:latin typeface="Times New Roman" pitchFamily="18" charset="0"/>
                <a:cs typeface="Times New Roman" pitchFamily="18" charset="0"/>
              </a:rPr>
              <a:t>Objective</a:t>
            </a:r>
          </a:p>
          <a:p>
            <a:pPr marL="457200" lvl="0" indent="-419100" rtl="0">
              <a:lnSpc>
                <a:spcPct val="150000"/>
              </a:lnSpc>
              <a:spcBef>
                <a:spcPts val="0"/>
              </a:spcBef>
              <a:buClr>
                <a:schemeClr val="dk1"/>
              </a:buClr>
              <a:buSzPct val="100000"/>
              <a:buFont typeface="Arial"/>
              <a:buChar char="•"/>
            </a:pPr>
            <a:r>
              <a:rPr lang="en-US" sz="2600" dirty="0">
                <a:latin typeface="Times New Roman" pitchFamily="18" charset="0"/>
                <a:cs typeface="Times New Roman" pitchFamily="18" charset="0"/>
              </a:rPr>
              <a:t>Abstract</a:t>
            </a:r>
          </a:p>
          <a:p>
            <a:pPr marL="457200" lvl="0" indent="-419100" rtl="0">
              <a:lnSpc>
                <a:spcPct val="150000"/>
              </a:lnSpc>
              <a:spcBef>
                <a:spcPts val="0"/>
              </a:spcBef>
              <a:buClr>
                <a:schemeClr val="dk1"/>
              </a:buClr>
              <a:buSzPct val="100000"/>
              <a:buFont typeface="Arial"/>
              <a:buChar char="•"/>
            </a:pPr>
            <a:r>
              <a:rPr lang="en-US" sz="2600" dirty="0">
                <a:latin typeface="Times New Roman" pitchFamily="18" charset="0"/>
                <a:cs typeface="Times New Roman" pitchFamily="18" charset="0"/>
              </a:rPr>
              <a:t>Introduction</a:t>
            </a:r>
          </a:p>
          <a:p>
            <a:pPr marL="457200" lvl="0" indent="-419100" rtl="0">
              <a:lnSpc>
                <a:spcPct val="150000"/>
              </a:lnSpc>
              <a:spcBef>
                <a:spcPts val="0"/>
              </a:spcBef>
              <a:buClr>
                <a:schemeClr val="dk1"/>
              </a:buClr>
              <a:buSzPct val="100000"/>
              <a:buFont typeface="Arial"/>
              <a:buChar char="•"/>
            </a:pPr>
            <a:r>
              <a:rPr lang="en-US" sz="2600" dirty="0">
                <a:latin typeface="Times New Roman" pitchFamily="18" charset="0"/>
                <a:cs typeface="Times New Roman" pitchFamily="18" charset="0"/>
              </a:rPr>
              <a:t>Technologies Used</a:t>
            </a:r>
          </a:p>
          <a:p>
            <a:pPr marL="457200" lvl="0" indent="-419100" rtl="0">
              <a:lnSpc>
                <a:spcPct val="150000"/>
              </a:lnSpc>
              <a:spcBef>
                <a:spcPts val="0"/>
              </a:spcBef>
              <a:buClr>
                <a:schemeClr val="dk1"/>
              </a:buClr>
              <a:buSzPct val="100000"/>
              <a:buFont typeface="Arial"/>
              <a:buChar char="•"/>
            </a:pPr>
            <a:r>
              <a:rPr lang="en-US" sz="2600" dirty="0">
                <a:latin typeface="Times New Roman" pitchFamily="18" charset="0"/>
                <a:cs typeface="Times New Roman" pitchFamily="18" charset="0"/>
              </a:rPr>
              <a:t>Implementation/Issues/Applications</a:t>
            </a:r>
          </a:p>
          <a:p>
            <a:pPr marL="457200" lvl="0" indent="-419100" rtl="0">
              <a:lnSpc>
                <a:spcPct val="150000"/>
              </a:lnSpc>
              <a:spcBef>
                <a:spcPts val="0"/>
              </a:spcBef>
              <a:buClr>
                <a:schemeClr val="dk1"/>
              </a:buClr>
              <a:buSzPct val="100000"/>
              <a:buFont typeface="Arial"/>
              <a:buChar char="•"/>
            </a:pPr>
            <a:r>
              <a:rPr lang="en-US" sz="2600" dirty="0">
                <a:latin typeface="Times New Roman" pitchFamily="18" charset="0"/>
                <a:cs typeface="Times New Roman" pitchFamily="18" charset="0"/>
              </a:rPr>
              <a:t>Comparison Results (if any)</a:t>
            </a:r>
          </a:p>
          <a:p>
            <a:pPr marL="457200" lvl="0" indent="-419100" rtl="0">
              <a:lnSpc>
                <a:spcPct val="150000"/>
              </a:lnSpc>
              <a:spcBef>
                <a:spcPts val="0"/>
              </a:spcBef>
              <a:buClr>
                <a:schemeClr val="dk1"/>
              </a:buClr>
              <a:buSzPct val="100000"/>
              <a:buFont typeface="Arial"/>
              <a:buChar char="•"/>
            </a:pPr>
            <a:r>
              <a:rPr lang="en-US" sz="2600" dirty="0">
                <a:latin typeface="Times New Roman" pitchFamily="18" charset="0"/>
                <a:cs typeface="Times New Roman" pitchFamily="18" charset="0"/>
              </a:rPr>
              <a:t>Conclusion &amp; Future Scope</a:t>
            </a:r>
          </a:p>
          <a:p>
            <a:pPr marL="457200" lvl="0" indent="-419100" rtl="0">
              <a:lnSpc>
                <a:spcPct val="150000"/>
              </a:lnSpc>
              <a:spcBef>
                <a:spcPts val="0"/>
              </a:spcBef>
              <a:buClr>
                <a:schemeClr val="dk1"/>
              </a:buClr>
              <a:buSzPct val="100000"/>
              <a:buFont typeface="Arial"/>
              <a:buChar char="•"/>
            </a:pPr>
            <a:r>
              <a:rPr lang="en-US" sz="2600" dirty="0">
                <a:latin typeface="Times New Roman" pitchFamily="18" charset="0"/>
                <a:cs typeface="Times New Roman" pitchFamily="18" charset="0"/>
              </a:rPr>
              <a:t>Bibliography / References</a:t>
            </a:r>
          </a:p>
        </p:txBody>
      </p:sp>
      <p:sp>
        <p:nvSpPr>
          <p:cNvPr id="7" name="Footer Placeholder 6"/>
          <p:cNvSpPr>
            <a:spLocks noGrp="1"/>
          </p:cNvSpPr>
          <p:nvPr>
            <p:ph type="ftr" idx="11"/>
          </p:nvPr>
        </p:nvSpPr>
        <p:spPr/>
        <p:txBody>
          <a:bodyPr/>
          <a:lstStyle/>
          <a:p>
            <a:r>
              <a:rPr lang="en-US" dirty="0"/>
              <a:t>Dept. of CSE                            21CSES84 : Technical Seminar</a:t>
            </a:r>
          </a:p>
        </p:txBody>
      </p:sp>
      <p:sp>
        <p:nvSpPr>
          <p:cNvPr id="8" name="Slide Number Placeholder 7"/>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2</a:t>
            </a:fld>
            <a:endParaRPr lang="en-US"/>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57200" y="274637"/>
            <a:ext cx="8229600" cy="715963"/>
          </a:xfrm>
          <a:prstGeom prst="rect">
            <a:avLst/>
          </a:prstGeom>
          <a:noFill/>
          <a:ln>
            <a:noFill/>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Calibri"/>
              <a:buNone/>
            </a:pPr>
            <a:r>
              <a:rPr lang="en-US" sz="4000" b="1" i="0" u="none" strike="noStrike" cap="none" baseline="0" dirty="0">
                <a:solidFill>
                  <a:schemeClr val="dk1"/>
                </a:solidFill>
                <a:latin typeface="Times New Roman" pitchFamily="18" charset="0"/>
                <a:ea typeface="Calibri"/>
                <a:cs typeface="Times New Roman" pitchFamily="18" charset="0"/>
                <a:sym typeface="Calibri"/>
              </a:rPr>
              <a:t>Objectives </a:t>
            </a:r>
          </a:p>
        </p:txBody>
      </p:sp>
      <p:sp>
        <p:nvSpPr>
          <p:cNvPr id="99" name="Shape 99"/>
          <p:cNvSpPr txBox="1">
            <a:spLocks noGrp="1"/>
          </p:cNvSpPr>
          <p:nvPr>
            <p:ph type="body" idx="1"/>
          </p:nvPr>
        </p:nvSpPr>
        <p:spPr>
          <a:xfrm>
            <a:off x="762000" y="1676400"/>
            <a:ext cx="8229600" cy="4525961"/>
          </a:xfrm>
          <a:prstGeom prst="rect">
            <a:avLst/>
          </a:prstGeom>
          <a:noFill/>
          <a:ln>
            <a:noFill/>
          </a:ln>
        </p:spPr>
        <p:txBody>
          <a:bodyPr lIns="91425" tIns="45700" rIns="91425" bIns="45700" anchor="t" anchorCtr="0">
            <a:noAutofit/>
          </a:bodyPr>
          <a:lstStyle/>
          <a:p>
            <a:pPr marL="342900" marR="0" lvl="0" indent="-342900" rtl="0">
              <a:lnSpc>
                <a:spcPct val="100000"/>
              </a:lnSpc>
              <a:spcBef>
                <a:spcPts val="0"/>
              </a:spcBef>
              <a:spcAft>
                <a:spcPts val="0"/>
              </a:spcAft>
              <a:buClr>
                <a:schemeClr val="dk1"/>
              </a:buClr>
              <a:buSzPct val="100000"/>
              <a:buFont typeface="Arial"/>
              <a:buChar char="•"/>
            </a:pPr>
            <a:r>
              <a:rPr lang="en-IN" sz="2800" dirty="0">
                <a:latin typeface="Times New Roman" panose="02020603050405020304" pitchFamily="18" charset="0"/>
                <a:cs typeface="Times New Roman" panose="02020603050405020304" pitchFamily="18" charset="0"/>
              </a:rPr>
              <a:t> Develop a Real-Time Dataset</a:t>
            </a:r>
          </a:p>
          <a:p>
            <a:pPr indent="-342900">
              <a:spcBef>
                <a:spcPts val="0"/>
              </a:spcBef>
              <a:buSzPct val="100000"/>
            </a:pPr>
            <a:r>
              <a:rPr lang="en-IN" sz="2800" dirty="0">
                <a:latin typeface="Times New Roman" panose="02020603050405020304" pitchFamily="18" charset="0"/>
                <a:cs typeface="Times New Roman" panose="02020603050405020304" pitchFamily="18" charset="0"/>
              </a:rPr>
              <a:t> Capture Disease Stages</a:t>
            </a:r>
          </a:p>
          <a:p>
            <a:pPr marL="457200" indent="-457200">
              <a:spcBef>
                <a:spcPts val="0"/>
              </a:spcBef>
            </a:pPr>
            <a:r>
              <a:rPr lang="en-IN" sz="2800" dirty="0">
                <a:solidFill>
                  <a:schemeClr val="tx1"/>
                </a:solidFill>
                <a:latin typeface="Times New Roman" panose="02020603050405020304" pitchFamily="18" charset="0"/>
                <a:cs typeface="Times New Roman" panose="02020603050405020304" pitchFamily="18" charset="0"/>
              </a:rPr>
              <a:t>Data</a:t>
            </a:r>
            <a:r>
              <a:rPr lang="en-IN" sz="2800" dirty="0">
                <a:latin typeface="Times New Roman" panose="02020603050405020304" pitchFamily="18" charset="0"/>
                <a:cs typeface="Times New Roman" panose="02020603050405020304" pitchFamily="18" charset="0"/>
              </a:rPr>
              <a:t> Collection and Augmentation</a:t>
            </a:r>
          </a:p>
          <a:p>
            <a:pPr marL="457200" indent="-457200">
              <a:spcBef>
                <a:spcPts val="0"/>
              </a:spcBef>
            </a:pPr>
            <a:r>
              <a:rPr lang="en-IN" sz="2800" dirty="0">
                <a:latin typeface="Times New Roman" panose="02020603050405020304" pitchFamily="18" charset="0"/>
                <a:cs typeface="Times New Roman" panose="02020603050405020304" pitchFamily="18" charset="0"/>
              </a:rPr>
              <a:t>Data Annotation</a:t>
            </a:r>
          </a:p>
          <a:p>
            <a:pPr marL="457200" indent="-457200">
              <a:spcBef>
                <a:spcPts val="0"/>
              </a:spcBef>
            </a:pPr>
            <a:r>
              <a:rPr lang="en-IN" sz="2800" dirty="0">
                <a:latin typeface="Times New Roman" panose="02020603050405020304" pitchFamily="18" charset="0"/>
                <a:cs typeface="Times New Roman" panose="02020603050405020304" pitchFamily="18" charset="0"/>
              </a:rPr>
              <a:t>Model Training and Evaluation</a:t>
            </a:r>
          </a:p>
          <a:p>
            <a:pPr marL="457200" indent="-457200">
              <a:spcBef>
                <a:spcPts val="0"/>
              </a:spcBef>
            </a:pPr>
            <a:r>
              <a:rPr lang="en-IN" sz="2800" dirty="0">
                <a:latin typeface="Times New Roman" panose="02020603050405020304" pitchFamily="18" charset="0"/>
                <a:cs typeface="Times New Roman" panose="02020603050405020304" pitchFamily="18" charset="0"/>
              </a:rPr>
              <a:t>Propose a Custom CNN Model (MRW-CNN)</a:t>
            </a:r>
          </a:p>
          <a:p>
            <a:pPr marL="457200" indent="-457200">
              <a:spcBef>
                <a:spcPts val="0"/>
              </a:spcBef>
            </a:pPr>
            <a:r>
              <a:rPr lang="en-IN" sz="2800" dirty="0">
                <a:latin typeface="Times New Roman" panose="02020603050405020304" pitchFamily="18" charset="0"/>
                <a:cs typeface="Times New Roman" panose="02020603050405020304" pitchFamily="18" charset="0"/>
              </a:rPr>
              <a:t>Future Work and Extension</a:t>
            </a:r>
          </a:p>
          <a:p>
            <a:pPr marL="457200" indent="-457200">
              <a:spcBef>
                <a:spcPts val="0"/>
              </a:spcBef>
            </a:pPr>
            <a:r>
              <a:rPr lang="en-IN" sz="2800" dirty="0">
                <a:latin typeface="Times New Roman" panose="02020603050405020304" pitchFamily="18" charset="0"/>
                <a:cs typeface="Times New Roman" panose="02020603050405020304" pitchFamily="18" charset="0"/>
              </a:rPr>
              <a:t>Model Training and Evaluation</a:t>
            </a:r>
          </a:p>
          <a:p>
            <a:pPr marL="457200" indent="-457200">
              <a:spcBef>
                <a:spcPts val="0"/>
              </a:spcBef>
            </a:pPr>
            <a:r>
              <a:rPr lang="en-IN" sz="2800" dirty="0">
                <a:latin typeface="Times New Roman" panose="02020603050405020304" pitchFamily="18" charset="0"/>
                <a:cs typeface="Times New Roman" panose="02020603050405020304" pitchFamily="18" charset="0"/>
              </a:rPr>
              <a:t>Propose a Custom CNN Model (MRW-CNN)</a:t>
            </a:r>
          </a:p>
          <a:p>
            <a:pPr marL="457200" indent="-457200">
              <a:spcBef>
                <a:spcPts val="0"/>
              </a:spcBef>
            </a:pPr>
            <a:r>
              <a:rPr lang="en-IN" sz="2800" dirty="0">
                <a:latin typeface="Times New Roman" panose="02020603050405020304" pitchFamily="18" charset="0"/>
                <a:cs typeface="Times New Roman" panose="02020603050405020304" pitchFamily="18" charset="0"/>
              </a:rPr>
              <a:t>Future Work and Extension  </a:t>
            </a:r>
            <a:endParaRPr sz="2800" i="0" u="none" strike="noStrike" cap="none" baseline="0" dirty="0">
              <a:solidFill>
                <a:schemeClr val="dk1"/>
              </a:solidFill>
              <a:latin typeface="Times New Roman" panose="02020603050405020304" pitchFamily="18" charset="0"/>
              <a:ea typeface="Calibri"/>
              <a:cs typeface="Times New Roman" pitchFamily="18" charset="0"/>
              <a:sym typeface="Calibri"/>
            </a:endParaRPr>
          </a:p>
        </p:txBody>
      </p:sp>
      <p:sp>
        <p:nvSpPr>
          <p:cNvPr id="10" name="Footer Placeholder 9"/>
          <p:cNvSpPr>
            <a:spLocks noGrp="1"/>
          </p:cNvSpPr>
          <p:nvPr>
            <p:ph type="ftr" idx="11"/>
          </p:nvPr>
        </p:nvSpPr>
        <p:spPr/>
        <p:txBody>
          <a:bodyPr/>
          <a:lstStyle/>
          <a:p>
            <a:r>
              <a:rPr lang="en-US" dirty="0"/>
              <a:t>Dept. of CSE </a:t>
            </a:r>
          </a:p>
          <a:p>
            <a:r>
              <a:rPr lang="en-US" dirty="0"/>
              <a:t>21CSES84 : Technical Seminar</a:t>
            </a:r>
          </a:p>
        </p:txBody>
      </p:sp>
      <p:sp>
        <p:nvSpPr>
          <p:cNvPr id="6" name="Slide Number Placeholder 5"/>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3</a:t>
            </a:fld>
            <a:endParaRPr lang="en-US" dirty="0"/>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latin typeface="Times New Roman" pitchFamily="18" charset="0"/>
                <a:cs typeface="Times New Roman" pitchFamily="18" charset="0"/>
              </a:rPr>
              <a:t>Abstract</a:t>
            </a:r>
          </a:p>
        </p:txBody>
      </p:sp>
      <p:sp>
        <p:nvSpPr>
          <p:cNvPr id="3" name="Text Placeholder 2"/>
          <p:cNvSpPr>
            <a:spLocks noGrp="1"/>
          </p:cNvSpPr>
          <p:nvPr>
            <p:ph type="body" idx="1"/>
          </p:nvPr>
        </p:nvSpPr>
        <p:spPr>
          <a:xfrm>
            <a:off x="420327" y="846137"/>
            <a:ext cx="8266471" cy="5097463"/>
          </a:xfrm>
        </p:spPr>
        <p:txBody>
          <a:bodyPr/>
          <a:lstStyle/>
          <a:p>
            <a:pPr marL="203200" indent="0">
              <a:buNone/>
            </a:pPr>
            <a:r>
              <a:rPr lang="en-US" sz="2800" dirty="0">
                <a:solidFill>
                  <a:schemeClr val="dk1"/>
                </a:solidFill>
                <a:latin typeface="Times New Roman" pitchFamily="18" charset="0"/>
                <a:ea typeface="Calibri"/>
                <a:cs typeface="Times New Roman" pitchFamily="18" charset="0"/>
                <a:sym typeface="Calibri"/>
              </a:rPr>
              <a:t> </a:t>
            </a:r>
          </a:p>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Agriculture is a major industry that provides food and supports the economy.</a:t>
            </a:r>
          </a:p>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Plant diseases like blights and fungal infections can cause major crop losses, affecting both food supply and quality.</a:t>
            </a:r>
          </a:p>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Identifying plant diseases early is essential to prevent crop damage and reduce yield losses.</a:t>
            </a:r>
          </a:p>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Manually detecting plant diseases is time-consuming and difficult for large farms.</a:t>
            </a:r>
          </a:p>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This research uses machine learning and image processing to detect plant diseases from leaf images.</a:t>
            </a:r>
          </a:p>
          <a:p>
            <a:endParaRPr lang="en-US" dirty="0"/>
          </a:p>
        </p:txBody>
      </p:sp>
      <p:sp>
        <p:nvSpPr>
          <p:cNvPr id="4" name="Footer Placeholder 3"/>
          <p:cNvSpPr>
            <a:spLocks noGrp="1"/>
          </p:cNvSpPr>
          <p:nvPr>
            <p:ph type="ftr" idx="11"/>
          </p:nvPr>
        </p:nvSpPr>
        <p:spPr/>
        <p:txBody>
          <a:bodyPr/>
          <a:lstStyle/>
          <a:p>
            <a:r>
              <a:rPr lang="en-US" dirty="0"/>
              <a:t>Dept. of CSE </a:t>
            </a:r>
          </a:p>
          <a:p>
            <a:r>
              <a:rPr lang="en-US" dirty="0"/>
              <a:t>21CSES84 : Technical Seminar</a:t>
            </a:r>
          </a:p>
        </p:txBody>
      </p:sp>
      <p:sp>
        <p:nvSpPr>
          <p:cNvPr id="5" name="Slide Number Placeholder 4"/>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60EAF40-1F36-3FBC-BED1-0FEF0B88621A}"/>
              </a:ext>
            </a:extLst>
          </p:cNvPr>
          <p:cNvSpPr>
            <a:spLocks noGrp="1"/>
          </p:cNvSpPr>
          <p:nvPr>
            <p:ph type="body" idx="1"/>
          </p:nvPr>
        </p:nvSpPr>
        <p:spPr>
          <a:xfrm>
            <a:off x="381000" y="457200"/>
            <a:ext cx="8229600" cy="4525961"/>
          </a:xfrm>
        </p:spPr>
        <p:txBody>
          <a:bodyPr/>
          <a:lstStyle/>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Convolutional Neural Networks (CNN) </a:t>
            </a:r>
            <a:r>
              <a:rPr lang="en-IN" sz="2600" kern="100" dirty="0" err="1">
                <a:effectLst/>
                <a:latin typeface="Times New Roman" panose="02020603050405020304" pitchFamily="18" charset="0"/>
                <a:ea typeface="Calibri" panose="020F0502020204030204" pitchFamily="34" charset="0"/>
                <a:cs typeface="Times New Roman" panose="02020603050405020304" pitchFamily="18" charset="0"/>
              </a:rPr>
              <a:t>analyze</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plant leaf images to accurately identify diseases.</a:t>
            </a:r>
          </a:p>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Helps farmers by providing quick disease detection and suggesting remedies to protect crops and improve yield​.</a:t>
            </a:r>
            <a:endParaRPr lang="en-IN" sz="2600" kern="100" dirty="0">
              <a:effectLst/>
              <a:latin typeface="Calibri" panose="020F0502020204030204" pitchFamily="34" charset="0"/>
              <a:ea typeface="Calibri" panose="020F0502020204030204" pitchFamily="34" charset="0"/>
              <a:cs typeface="Times New Roman" panose="02020603050405020304" pitchFamily="18" charset="0"/>
            </a:endParaRPr>
          </a:p>
          <a:p>
            <a:pPr lvl="0"/>
            <a:endParaRPr lang="en-US" sz="1400" dirty="0">
              <a:solidFill>
                <a:schemeClr val="dk1"/>
              </a:solidFill>
              <a:latin typeface="Times New Roman" pitchFamily="18" charset="0"/>
              <a:ea typeface="Calibri"/>
              <a:cs typeface="Times New Roman" pitchFamily="18" charset="0"/>
              <a:sym typeface="Calibri"/>
            </a:endParaRPr>
          </a:p>
          <a:p>
            <a:endParaRPr lang="en-IN" dirty="0"/>
          </a:p>
        </p:txBody>
      </p:sp>
      <p:sp>
        <p:nvSpPr>
          <p:cNvPr id="4" name="Footer Placeholder 3">
            <a:extLst>
              <a:ext uri="{FF2B5EF4-FFF2-40B4-BE49-F238E27FC236}">
                <a16:creationId xmlns:a16="http://schemas.microsoft.com/office/drawing/2014/main" id="{7FF507BC-B760-936C-F65B-4CE452DABDED}"/>
              </a:ext>
            </a:extLst>
          </p:cNvPr>
          <p:cNvSpPr>
            <a:spLocks noGrp="1"/>
          </p:cNvSpPr>
          <p:nvPr>
            <p:ph type="ftr" idx="11"/>
          </p:nvPr>
        </p:nvSpPr>
        <p:spPr/>
        <p:txBody>
          <a:bodyPr/>
          <a:lstStyle/>
          <a:p>
            <a:r>
              <a:rPr lang="en-US"/>
              <a:t>Dept. of CSE                            10CS86 : Technical Seminar</a:t>
            </a:r>
          </a:p>
        </p:txBody>
      </p:sp>
      <p:sp>
        <p:nvSpPr>
          <p:cNvPr id="5" name="Slide Number Placeholder 4">
            <a:extLst>
              <a:ext uri="{FF2B5EF4-FFF2-40B4-BE49-F238E27FC236}">
                <a16:creationId xmlns:a16="http://schemas.microsoft.com/office/drawing/2014/main" id="{622B2BA2-F4E0-A935-7967-577AD33AAC37}"/>
              </a:ext>
            </a:extLst>
          </p:cNvPr>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5</a:t>
            </a:fld>
            <a:endParaRPr lang="en-US"/>
          </a:p>
        </p:txBody>
      </p:sp>
    </p:spTree>
    <p:extLst>
      <p:ext uri="{BB962C8B-B14F-4D97-AF65-F5344CB8AC3E}">
        <p14:creationId xmlns:p14="http://schemas.microsoft.com/office/powerpoint/2010/main" val="3875079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57200" y="274637"/>
            <a:ext cx="8229600" cy="715963"/>
          </a:xfrm>
          <a:prstGeom prst="rect">
            <a:avLst/>
          </a:prstGeom>
          <a:noFill/>
          <a:ln>
            <a:noFill/>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Calibri"/>
              <a:buNone/>
            </a:pPr>
            <a:r>
              <a:rPr lang="en-US" sz="4000" b="1" i="0" u="none" strike="noStrike" cap="none" baseline="0" dirty="0">
                <a:solidFill>
                  <a:schemeClr val="dk1"/>
                </a:solidFill>
                <a:latin typeface="Times New Roman" pitchFamily="18" charset="0"/>
                <a:ea typeface="Calibri"/>
                <a:cs typeface="Times New Roman" pitchFamily="18" charset="0"/>
                <a:sym typeface="Calibri"/>
              </a:rPr>
              <a:t>Introduction</a:t>
            </a:r>
          </a:p>
        </p:txBody>
      </p:sp>
      <p:sp>
        <p:nvSpPr>
          <p:cNvPr id="99" name="Shape 99"/>
          <p:cNvSpPr txBox="1">
            <a:spLocks noGrp="1"/>
          </p:cNvSpPr>
          <p:nvPr>
            <p:ph type="body" idx="1"/>
          </p:nvPr>
        </p:nvSpPr>
        <p:spPr>
          <a:xfrm>
            <a:off x="342900" y="990600"/>
            <a:ext cx="8458200" cy="4953000"/>
          </a:xfrm>
          <a:prstGeom prst="rect">
            <a:avLst/>
          </a:prstGeom>
          <a:noFill/>
          <a:ln>
            <a:noFill/>
          </a:ln>
        </p:spPr>
        <p:txBody>
          <a:bodyPr lIns="91425" tIns="45700" rIns="91425" bIns="45700" anchor="t" anchorCtr="0">
            <a:noAutofit/>
          </a:bodyPr>
          <a:lstStyle/>
          <a:p>
            <a:pPr>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15000"/>
              </a:lnSpc>
              <a:spcAft>
                <a:spcPts val="800"/>
              </a:spcAft>
              <a:buSzPts val="1000"/>
              <a:tabLst>
                <a:tab pos="457200" algn="l"/>
              </a:tabLs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Agriculture is a key industry that provides food and support the economy</a:t>
            </a:r>
          </a:p>
          <a:p>
            <a:pPr marL="342900" lvl="0" indent="-342900">
              <a:lnSpc>
                <a:spcPct val="115000"/>
              </a:lnSpc>
              <a:spcAft>
                <a:spcPts val="800"/>
              </a:spcAft>
              <a:buSzPts val="1000"/>
              <a:buFont typeface="Symbol" panose="05050102010706020507" pitchFamily="18" charset="2"/>
              <a:buChar char=""/>
              <a:tabLst>
                <a:tab pos="457200" algn="l"/>
              </a:tabLs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Factors like fungi, bacteria, viruses, extreme weather conditions, and drought contribute to plant diseases. </a:t>
            </a:r>
          </a:p>
          <a:p>
            <a:pPr marL="342900" lvl="0" indent="-342900">
              <a:lnSpc>
                <a:spcPct val="115000"/>
              </a:lnSpc>
              <a:spcAft>
                <a:spcPts val="800"/>
              </a:spcAft>
              <a:buSzPts val="1000"/>
              <a:buFont typeface="Symbol" panose="05050102010706020507" pitchFamily="18" charset="2"/>
              <a:buChar char=""/>
              <a:tabLst>
                <a:tab pos="457200" algn="l"/>
              </a:tabLs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Early detection of plant diseases is vital to prevent extensive crop damage. </a:t>
            </a:r>
          </a:p>
          <a:p>
            <a:pPr marL="342900" lvl="0" indent="-342900">
              <a:lnSpc>
                <a:spcPct val="115000"/>
              </a:lnSpc>
              <a:spcAft>
                <a:spcPts val="800"/>
              </a:spcAft>
              <a:buSzPts val="1000"/>
              <a:buFont typeface="Symbol" panose="05050102010706020507" pitchFamily="18" charset="2"/>
              <a:buChar char=""/>
              <a:tabLst>
                <a:tab pos="457200" algn="l"/>
              </a:tabLs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Machine learning methods, particularly using plant images, offer a promising solution for accurate and timely plant disease detection.</a:t>
            </a:r>
          </a:p>
          <a:p>
            <a:pPr marL="342900" lvl="0" indent="-342900">
              <a:lnSpc>
                <a:spcPct val="115000"/>
              </a:lnSpc>
              <a:spcAft>
                <a:spcPts val="800"/>
              </a:spcAft>
              <a:buSzPts val="1000"/>
              <a:buFont typeface="Symbol" panose="05050102010706020507" pitchFamily="18" charset="2"/>
              <a:buChar char=""/>
              <a:tabLst>
                <a:tab pos="457200" algn="l"/>
              </a:tabLst>
            </a:pP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203200" lvl="0" indent="0">
              <a:buNone/>
            </a:pPr>
            <a:endParaRPr lang="en-US" sz="2800" dirty="0">
              <a:latin typeface="Times New Roman" pitchFamily="18" charset="0"/>
              <a:cs typeface="Times New Roman" pitchFamily="18" charset="0"/>
            </a:endParaRPr>
          </a:p>
        </p:txBody>
      </p:sp>
      <p:sp>
        <p:nvSpPr>
          <p:cNvPr id="5" name="Footer Placeholder 4"/>
          <p:cNvSpPr>
            <a:spLocks noGrp="1"/>
          </p:cNvSpPr>
          <p:nvPr>
            <p:ph type="ftr" idx="11"/>
          </p:nvPr>
        </p:nvSpPr>
        <p:spPr/>
        <p:txBody>
          <a:bodyPr/>
          <a:lstStyle/>
          <a:p>
            <a:r>
              <a:rPr lang="en-US" dirty="0"/>
              <a:t>Dept. of CSE </a:t>
            </a:r>
          </a:p>
          <a:p>
            <a:r>
              <a:rPr lang="en-US" dirty="0"/>
              <a:t>21CSES84 : Technical Seminar</a:t>
            </a:r>
          </a:p>
        </p:txBody>
      </p:sp>
      <p:sp>
        <p:nvSpPr>
          <p:cNvPr id="6" name="Slide Number Placeholder 5"/>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6</a:t>
            </a:fld>
            <a:endParaRPr lang="en-US" dirty="0"/>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B9BF3-6204-3DA0-A1ED-4C7F7354B1A8}"/>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22F905A7-25AF-2363-50C8-325F0249E217}"/>
              </a:ext>
            </a:extLst>
          </p:cNvPr>
          <p:cNvSpPr>
            <a:spLocks noGrp="1"/>
          </p:cNvSpPr>
          <p:nvPr>
            <p:ph type="body" idx="1"/>
          </p:nvPr>
        </p:nvSpPr>
        <p:spPr/>
        <p:txBody>
          <a:bodyPr/>
          <a:lstStyle/>
          <a:p>
            <a:pPr marL="203200" indent="0" algn="just">
              <a:buNone/>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Plant diseases cause major crop losses and are difficult to detect early using traditional manual methods. These methods are slow, inaccurate, and impractical for large farms. There is a need for an automated, cost-effective system to quickly and accurately identify plant diseases. This research aims to develop a system using Convolutional Neural Networks (CNN) to detect plant diseases from leaf images and provide solutions to help farmers reduce crop damage​</a:t>
            </a:r>
          </a:p>
          <a:p>
            <a:endParaRPr lang="en-IN" dirty="0"/>
          </a:p>
        </p:txBody>
      </p:sp>
      <p:sp>
        <p:nvSpPr>
          <p:cNvPr id="4" name="Footer Placeholder 3">
            <a:extLst>
              <a:ext uri="{FF2B5EF4-FFF2-40B4-BE49-F238E27FC236}">
                <a16:creationId xmlns:a16="http://schemas.microsoft.com/office/drawing/2014/main" id="{570A2E44-6CA4-4818-AB7E-00EE5E28F0CF}"/>
              </a:ext>
            </a:extLst>
          </p:cNvPr>
          <p:cNvSpPr>
            <a:spLocks noGrp="1"/>
          </p:cNvSpPr>
          <p:nvPr>
            <p:ph type="ftr" idx="11"/>
          </p:nvPr>
        </p:nvSpPr>
        <p:spPr/>
        <p:txBody>
          <a:bodyPr/>
          <a:lstStyle/>
          <a:p>
            <a:r>
              <a:rPr lang="en-US"/>
              <a:t>Dept. of CSE                            10CS86 : Technical Seminar</a:t>
            </a:r>
          </a:p>
        </p:txBody>
      </p:sp>
      <p:sp>
        <p:nvSpPr>
          <p:cNvPr id="5" name="Slide Number Placeholder 4">
            <a:extLst>
              <a:ext uri="{FF2B5EF4-FFF2-40B4-BE49-F238E27FC236}">
                <a16:creationId xmlns:a16="http://schemas.microsoft.com/office/drawing/2014/main" id="{A8897A8D-2483-286C-DCA0-5B724DA91E36}"/>
              </a:ext>
            </a:extLst>
          </p:cNvPr>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7</a:t>
            </a:fld>
            <a:endParaRPr lang="en-US"/>
          </a:p>
        </p:txBody>
      </p:sp>
    </p:spTree>
    <p:extLst>
      <p:ext uri="{BB962C8B-B14F-4D97-AF65-F5344CB8AC3E}">
        <p14:creationId xmlns:p14="http://schemas.microsoft.com/office/powerpoint/2010/main" val="1680058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D02D8-D257-DC87-5946-ECFCA3065106}"/>
              </a:ext>
            </a:extLst>
          </p:cNvPr>
          <p:cNvSpPr>
            <a:spLocks noGrp="1"/>
          </p:cNvSpPr>
          <p:nvPr>
            <p:ph type="title"/>
          </p:nvPr>
        </p:nvSpPr>
        <p:spPr/>
        <p:txBody>
          <a:bodyPr/>
          <a:lstStyle/>
          <a:p>
            <a:r>
              <a:rPr lang="en-IN" sz="4000" dirty="0">
                <a:latin typeface="Arial" panose="020B0604020202020204" pitchFamily="34" charset="0"/>
                <a:cs typeface="Arial" panose="020B0604020202020204" pitchFamily="34" charset="0"/>
              </a:rPr>
              <a:t>Architecture</a:t>
            </a:r>
          </a:p>
        </p:txBody>
      </p:sp>
      <p:sp>
        <p:nvSpPr>
          <p:cNvPr id="4" name="Footer Placeholder 3">
            <a:extLst>
              <a:ext uri="{FF2B5EF4-FFF2-40B4-BE49-F238E27FC236}">
                <a16:creationId xmlns:a16="http://schemas.microsoft.com/office/drawing/2014/main" id="{E853BF8B-E9A6-7E98-1CBD-2E10AD4CB14A}"/>
              </a:ext>
            </a:extLst>
          </p:cNvPr>
          <p:cNvSpPr>
            <a:spLocks noGrp="1"/>
          </p:cNvSpPr>
          <p:nvPr>
            <p:ph type="ftr" idx="11"/>
          </p:nvPr>
        </p:nvSpPr>
        <p:spPr/>
        <p:txBody>
          <a:bodyPr/>
          <a:lstStyle/>
          <a:p>
            <a:r>
              <a:rPr lang="en-US"/>
              <a:t>Dept. of CSE                            10CS86 : Technical Seminar</a:t>
            </a:r>
          </a:p>
        </p:txBody>
      </p:sp>
      <p:sp>
        <p:nvSpPr>
          <p:cNvPr id="5" name="Slide Number Placeholder 4">
            <a:extLst>
              <a:ext uri="{FF2B5EF4-FFF2-40B4-BE49-F238E27FC236}">
                <a16:creationId xmlns:a16="http://schemas.microsoft.com/office/drawing/2014/main" id="{430F2BD4-270C-AEC4-BA97-E249FC0CBCA7}"/>
              </a:ext>
            </a:extLst>
          </p:cNvPr>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8</a:t>
            </a:fld>
            <a:endParaRPr lang="en-US"/>
          </a:p>
        </p:txBody>
      </p:sp>
      <p:pic>
        <p:nvPicPr>
          <p:cNvPr id="7" name="Picture 6">
            <a:extLst>
              <a:ext uri="{FF2B5EF4-FFF2-40B4-BE49-F238E27FC236}">
                <a16:creationId xmlns:a16="http://schemas.microsoft.com/office/drawing/2014/main" id="{1E70BC2C-03F1-C256-E881-7C1F17F69428}"/>
              </a:ext>
            </a:extLst>
          </p:cNvPr>
          <p:cNvPicPr>
            <a:picLocks noChangeAspect="1"/>
          </p:cNvPicPr>
          <p:nvPr/>
        </p:nvPicPr>
        <p:blipFill>
          <a:blip r:embed="rId2"/>
          <a:stretch>
            <a:fillRect/>
          </a:stretch>
        </p:blipFill>
        <p:spPr>
          <a:xfrm>
            <a:off x="4122893" y="1447800"/>
            <a:ext cx="4728540" cy="4648200"/>
          </a:xfrm>
          <a:prstGeom prst="rect">
            <a:avLst/>
          </a:prstGeom>
        </p:spPr>
      </p:pic>
      <p:pic>
        <p:nvPicPr>
          <p:cNvPr id="9" name="Picture 8">
            <a:extLst>
              <a:ext uri="{FF2B5EF4-FFF2-40B4-BE49-F238E27FC236}">
                <a16:creationId xmlns:a16="http://schemas.microsoft.com/office/drawing/2014/main" id="{EE0519AF-2A8E-EDC7-B91B-4552BDE917B9}"/>
              </a:ext>
            </a:extLst>
          </p:cNvPr>
          <p:cNvPicPr>
            <a:picLocks noChangeAspect="1"/>
          </p:cNvPicPr>
          <p:nvPr/>
        </p:nvPicPr>
        <p:blipFill>
          <a:blip r:embed="rId3"/>
          <a:stretch>
            <a:fillRect/>
          </a:stretch>
        </p:blipFill>
        <p:spPr>
          <a:xfrm>
            <a:off x="685800" y="1676400"/>
            <a:ext cx="3542583" cy="4419600"/>
          </a:xfrm>
          <a:prstGeom prst="rect">
            <a:avLst/>
          </a:prstGeom>
        </p:spPr>
      </p:pic>
    </p:spTree>
    <p:extLst>
      <p:ext uri="{BB962C8B-B14F-4D97-AF65-F5344CB8AC3E}">
        <p14:creationId xmlns:p14="http://schemas.microsoft.com/office/powerpoint/2010/main" val="405154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57200" y="274637"/>
            <a:ext cx="8229600" cy="715963"/>
          </a:xfrm>
          <a:prstGeom prst="rect">
            <a:avLst/>
          </a:prstGeom>
          <a:noFill/>
          <a:ln>
            <a:noFill/>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Calibri"/>
              <a:buNone/>
            </a:pPr>
            <a:r>
              <a:rPr lang="en-US" sz="4000" b="1" i="0" u="none" strike="noStrike" cap="none" baseline="0" dirty="0">
                <a:solidFill>
                  <a:schemeClr val="dk1"/>
                </a:solidFill>
                <a:latin typeface="Times New Roman" pitchFamily="18" charset="0"/>
                <a:ea typeface="Calibri"/>
                <a:cs typeface="Times New Roman" pitchFamily="18" charset="0"/>
                <a:sym typeface="Calibri"/>
              </a:rPr>
              <a:t>Technologies</a:t>
            </a:r>
            <a:r>
              <a:rPr lang="en-US" sz="4000" b="1" i="0" u="none" strike="noStrike" cap="none" dirty="0">
                <a:solidFill>
                  <a:schemeClr val="dk1"/>
                </a:solidFill>
                <a:latin typeface="Times New Roman" pitchFamily="18" charset="0"/>
                <a:ea typeface="Calibri"/>
                <a:cs typeface="Times New Roman" pitchFamily="18" charset="0"/>
                <a:sym typeface="Calibri"/>
              </a:rPr>
              <a:t> Used</a:t>
            </a:r>
            <a:endParaRPr lang="en-US" sz="4000" b="1" i="0" u="none" strike="noStrike" cap="none" baseline="0" dirty="0">
              <a:solidFill>
                <a:schemeClr val="dk1"/>
              </a:solidFill>
              <a:latin typeface="Times New Roman" pitchFamily="18" charset="0"/>
              <a:ea typeface="Calibri"/>
              <a:cs typeface="Times New Roman" pitchFamily="18" charset="0"/>
              <a:sym typeface="Calibri"/>
            </a:endParaRPr>
          </a:p>
        </p:txBody>
      </p:sp>
      <p:sp>
        <p:nvSpPr>
          <p:cNvPr id="5" name="Shape 99"/>
          <p:cNvSpPr txBox="1">
            <a:spLocks noGrp="1"/>
          </p:cNvSpPr>
          <p:nvPr>
            <p:ph type="body" idx="1"/>
          </p:nvPr>
        </p:nvSpPr>
        <p:spPr>
          <a:xfrm>
            <a:off x="457200" y="1600200"/>
            <a:ext cx="8229600" cy="4525961"/>
          </a:xfrm>
          <a:prstGeom prst="rect">
            <a:avLst/>
          </a:prstGeom>
          <a:noFill/>
          <a:ln>
            <a:noFill/>
          </a:ln>
        </p:spPr>
        <p:txBody>
          <a:bodyPr lIns="91425" tIns="45700" rIns="91425" bIns="45700" anchor="t" anchorCtr="0">
            <a:noAutofit/>
          </a:bodyPr>
          <a:lstStyle/>
          <a:p>
            <a:pPr>
              <a:lnSpc>
                <a:spcPct val="115000"/>
              </a:lnSpc>
              <a:spcAft>
                <a:spcPts val="800"/>
              </a:spcAft>
            </a:pPr>
            <a:r>
              <a:rPr lang="en-US" sz="2800" kern="100" dirty="0">
                <a:solidFill>
                  <a:schemeClr val="dk1"/>
                </a:solidFill>
                <a:effectLst/>
                <a:latin typeface="Times New Roman" pitchFamily="18" charset="0"/>
                <a:ea typeface="Calibri"/>
                <a:cs typeface="Times New Roman" pitchFamily="18" charset="0"/>
                <a:sym typeface="Calibri"/>
              </a:rPr>
              <a:t> </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Convolutional Neural Networks (CNN)</a:t>
            </a:r>
          </a:p>
          <a:p>
            <a:pPr>
              <a:lnSpc>
                <a:spcPct val="115000"/>
              </a:lnSpc>
              <a:spcAft>
                <a:spcPts val="800"/>
              </a:spcAf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Image Processing Techniques</a:t>
            </a:r>
          </a:p>
          <a:p>
            <a:pPr>
              <a:lnSpc>
                <a:spcPct val="115000"/>
              </a:lnSpc>
              <a:spcAft>
                <a:spcPts val="800"/>
              </a:spcAf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600" kern="100" dirty="0" err="1">
                <a:effectLst/>
                <a:latin typeface="Times New Roman" panose="02020603050405020304" pitchFamily="18" charset="0"/>
                <a:ea typeface="Calibri" panose="020F0502020204030204" pitchFamily="34" charset="0"/>
                <a:cs typeface="Times New Roman" panose="02020603050405020304" pitchFamily="18" charset="0"/>
              </a:rPr>
              <a:t>EfficientNet</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Algorithm</a:t>
            </a: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600" kern="100" dirty="0" err="1">
                <a:effectLst/>
                <a:latin typeface="Times New Roman" panose="02020603050405020304" pitchFamily="18" charset="0"/>
                <a:ea typeface="Calibri" panose="020F0502020204030204" pitchFamily="34" charset="0"/>
                <a:cs typeface="Times New Roman" panose="02020603050405020304" pitchFamily="18" charset="0"/>
              </a:rPr>
              <a:t>Streamlit</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Framework</a:t>
            </a:r>
          </a:p>
          <a:p>
            <a:pPr>
              <a:lnSpc>
                <a:spcPct val="115000"/>
              </a:lnSpc>
              <a:spcAft>
                <a:spcPts val="800"/>
              </a:spcAf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Database Management System </a:t>
            </a:r>
          </a:p>
          <a:p>
            <a:pPr>
              <a:lnSpc>
                <a:spcPct val="115000"/>
              </a:lnSpc>
              <a:spcAft>
                <a:spcPts val="800"/>
              </a:spcAf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Hyperparameter Tuning</a:t>
            </a:r>
          </a:p>
          <a:p>
            <a:pPr>
              <a:lnSpc>
                <a:spcPct val="115000"/>
              </a:lnSpc>
              <a:spcAft>
                <a:spcPts val="800"/>
              </a:spcAf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Classification and Segmentation</a:t>
            </a:r>
          </a:p>
          <a:p>
            <a:pPr marL="0" lvl="0" indent="0">
              <a:spcBef>
                <a:spcPts val="0"/>
              </a:spcBef>
              <a:buFont typeface="Arial" pitchFamily="34" charset="0"/>
              <a:buChar char="•"/>
            </a:pPr>
            <a:endParaRPr sz="2800" b="0" i="0" u="none" strike="noStrike" cap="none" baseline="0" dirty="0">
              <a:solidFill>
                <a:schemeClr val="dk1"/>
              </a:solidFill>
              <a:latin typeface="Times New Roman" pitchFamily="18" charset="0"/>
              <a:ea typeface="Calibri"/>
              <a:cs typeface="Times New Roman" pitchFamily="18" charset="0"/>
              <a:sym typeface="Calibri"/>
            </a:endParaRPr>
          </a:p>
        </p:txBody>
      </p:sp>
      <p:sp>
        <p:nvSpPr>
          <p:cNvPr id="7" name="Footer Placeholder 6"/>
          <p:cNvSpPr>
            <a:spLocks noGrp="1"/>
          </p:cNvSpPr>
          <p:nvPr>
            <p:ph type="ftr" idx="11"/>
          </p:nvPr>
        </p:nvSpPr>
        <p:spPr/>
        <p:txBody>
          <a:bodyPr/>
          <a:lstStyle/>
          <a:p>
            <a:r>
              <a:rPr lang="en-US" dirty="0"/>
              <a:t>Dept. of CSE </a:t>
            </a:r>
          </a:p>
          <a:p>
            <a:r>
              <a:rPr lang="en-US" dirty="0"/>
              <a:t>21CSES84 : Technical Seminar</a:t>
            </a:r>
          </a:p>
        </p:txBody>
      </p:sp>
      <p:sp>
        <p:nvSpPr>
          <p:cNvPr id="8" name="Slide Number Placeholder 7"/>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9</a:t>
            </a:fld>
            <a:endParaRPr lang="en-US"/>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57200" y="274637"/>
            <a:ext cx="8229600" cy="715963"/>
          </a:xfrm>
          <a:prstGeom prst="rect">
            <a:avLst/>
          </a:prstGeom>
          <a:noFill/>
          <a:ln>
            <a:noFill/>
          </a:ln>
        </p:spPr>
        <p:txBody>
          <a:bodyPr lIns="91425" tIns="45700" rIns="91425" bIns="45700" anchor="ctr" anchorCtr="0">
            <a:noAutofit/>
          </a:bodyPr>
          <a:lstStyle/>
          <a:p>
            <a:pPr marL="457200" lvl="0" indent="-419100">
              <a:lnSpc>
                <a:spcPct val="150000"/>
              </a:lnSpc>
            </a:pPr>
            <a:r>
              <a:rPr lang="en-US" sz="4000" b="1" dirty="0">
                <a:latin typeface="Times New Roman" pitchFamily="18" charset="0"/>
                <a:cs typeface="Times New Roman" pitchFamily="18" charset="0"/>
              </a:rPr>
              <a:t>Implementation</a:t>
            </a:r>
          </a:p>
        </p:txBody>
      </p:sp>
      <p:sp>
        <p:nvSpPr>
          <p:cNvPr id="99" name="Shape 99"/>
          <p:cNvSpPr txBox="1">
            <a:spLocks noGrp="1"/>
          </p:cNvSpPr>
          <p:nvPr>
            <p:ph type="body" idx="1"/>
          </p:nvPr>
        </p:nvSpPr>
        <p:spPr>
          <a:xfrm>
            <a:off x="457200" y="1600200"/>
            <a:ext cx="8229599" cy="4419600"/>
          </a:xfrm>
          <a:prstGeom prst="rect">
            <a:avLst/>
          </a:prstGeom>
          <a:noFill/>
          <a:ln>
            <a:noFill/>
          </a:ln>
        </p:spPr>
        <p:txBody>
          <a:bodyPr lIns="91425" tIns="45700" rIns="91425" bIns="45700" anchor="t" anchorCtr="0">
            <a:noAutofit/>
          </a:bodyPr>
          <a:lstStyle/>
          <a:p>
            <a:pPr>
              <a:lnSpc>
                <a:spcPct val="115000"/>
              </a:lnSpc>
              <a:spcAft>
                <a:spcPts val="800"/>
              </a:spcAft>
            </a:pPr>
            <a:r>
              <a:rPr lang="en-IN" sz="2600" b="1" kern="100" dirty="0">
                <a:effectLst/>
                <a:latin typeface="Times New Roman" panose="02020603050405020304" pitchFamily="18" charset="0"/>
                <a:ea typeface="Calibri" panose="020F0502020204030204" pitchFamily="34" charset="0"/>
                <a:cs typeface="Times New Roman" panose="02020603050405020304" pitchFamily="18" charset="0"/>
              </a:rPr>
              <a:t>Step 1:</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Upload an image of a plant leaf.</a:t>
            </a:r>
          </a:p>
          <a:p>
            <a:pPr>
              <a:lnSpc>
                <a:spcPct val="115000"/>
              </a:lnSpc>
              <a:spcAft>
                <a:spcPts val="800"/>
              </a:spcAft>
            </a:pPr>
            <a:r>
              <a:rPr lang="en-IN" sz="2600" b="1" kern="100" dirty="0">
                <a:effectLst/>
                <a:latin typeface="Times New Roman" panose="02020603050405020304" pitchFamily="18" charset="0"/>
                <a:ea typeface="Calibri" panose="020F0502020204030204" pitchFamily="34" charset="0"/>
                <a:cs typeface="Times New Roman" panose="02020603050405020304" pitchFamily="18" charset="0"/>
              </a:rPr>
              <a:t>Step 2:</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The image is processed to enhance quality.</a:t>
            </a:r>
          </a:p>
          <a:p>
            <a:pPr>
              <a:lnSpc>
                <a:spcPct val="115000"/>
              </a:lnSpc>
              <a:spcAft>
                <a:spcPts val="800"/>
              </a:spcAft>
            </a:pPr>
            <a:r>
              <a:rPr lang="en-IN" sz="2600" b="1" kern="100" dirty="0">
                <a:effectLst/>
                <a:latin typeface="Times New Roman" panose="02020603050405020304" pitchFamily="18" charset="0"/>
                <a:ea typeface="Calibri" panose="020F0502020204030204" pitchFamily="34" charset="0"/>
                <a:cs typeface="Times New Roman" panose="02020603050405020304" pitchFamily="18" charset="0"/>
              </a:rPr>
              <a:t>Step 3:</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A </a:t>
            </a:r>
            <a:r>
              <a:rPr lang="en-IN" sz="2600" b="1" kern="100" dirty="0">
                <a:effectLst/>
                <a:latin typeface="Times New Roman" panose="02020603050405020304" pitchFamily="18" charset="0"/>
                <a:ea typeface="Calibri" panose="020F0502020204030204" pitchFamily="34" charset="0"/>
                <a:cs typeface="Times New Roman" panose="02020603050405020304" pitchFamily="18" charset="0"/>
              </a:rPr>
              <a:t>CNN model</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600" kern="100" dirty="0" err="1">
                <a:effectLst/>
                <a:latin typeface="Times New Roman" panose="02020603050405020304" pitchFamily="18" charset="0"/>
                <a:ea typeface="Calibri" panose="020F0502020204030204" pitchFamily="34" charset="0"/>
                <a:cs typeface="Times New Roman" panose="02020603050405020304" pitchFamily="18" charset="0"/>
              </a:rPr>
              <a:t>EfficientNet</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algorithm) </a:t>
            </a:r>
            <a:r>
              <a:rPr lang="en-IN" sz="2600" kern="100" dirty="0" err="1">
                <a:effectLst/>
                <a:latin typeface="Times New Roman" panose="02020603050405020304" pitchFamily="18" charset="0"/>
                <a:ea typeface="Calibri" panose="020F0502020204030204" pitchFamily="34" charset="0"/>
                <a:cs typeface="Times New Roman" panose="02020603050405020304" pitchFamily="18" charset="0"/>
              </a:rPr>
              <a:t>analyzes</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the image.</a:t>
            </a:r>
          </a:p>
          <a:p>
            <a:pPr>
              <a:lnSpc>
                <a:spcPct val="115000"/>
              </a:lnSpc>
              <a:spcAft>
                <a:spcPts val="800"/>
              </a:spcAft>
            </a:pPr>
            <a:r>
              <a:rPr lang="en-IN" sz="2600" b="1" kern="100" dirty="0">
                <a:effectLst/>
                <a:latin typeface="Times New Roman" panose="02020603050405020304" pitchFamily="18" charset="0"/>
                <a:ea typeface="Calibri" panose="020F0502020204030204" pitchFamily="34" charset="0"/>
                <a:cs typeface="Times New Roman" panose="02020603050405020304" pitchFamily="18" charset="0"/>
              </a:rPr>
              <a:t>Step 4:</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The system identifies the disease (if any) and displays the result.</a:t>
            </a:r>
          </a:p>
          <a:p>
            <a:pPr marL="341313" indent="-341313">
              <a:spcBef>
                <a:spcPts val="0"/>
              </a:spcBef>
              <a:buNone/>
            </a:pPr>
            <a:endParaRPr sz="2800" b="0" i="0" u="none" strike="noStrike" cap="none" baseline="0" dirty="0">
              <a:solidFill>
                <a:schemeClr val="dk1"/>
              </a:solidFill>
              <a:latin typeface="Times New Roman" pitchFamily="18" charset="0"/>
              <a:ea typeface="Calibri"/>
              <a:cs typeface="Times New Roman" pitchFamily="18" charset="0"/>
              <a:sym typeface="Calibri"/>
            </a:endParaRPr>
          </a:p>
        </p:txBody>
      </p:sp>
      <p:sp>
        <p:nvSpPr>
          <p:cNvPr id="7" name="Footer Placeholder 6"/>
          <p:cNvSpPr>
            <a:spLocks noGrp="1"/>
          </p:cNvSpPr>
          <p:nvPr>
            <p:ph type="ftr" idx="11"/>
          </p:nvPr>
        </p:nvSpPr>
        <p:spPr/>
        <p:txBody>
          <a:bodyPr/>
          <a:lstStyle/>
          <a:p>
            <a:r>
              <a:rPr lang="en-US" dirty="0"/>
              <a:t>Dept. of CSE </a:t>
            </a:r>
          </a:p>
          <a:p>
            <a:r>
              <a:rPr lang="en-US" dirty="0"/>
              <a:t>21CSES84 : Technical Seminar</a:t>
            </a:r>
          </a:p>
        </p:txBody>
      </p:sp>
      <p:sp>
        <p:nvSpPr>
          <p:cNvPr id="8" name="Slide Number Placeholder 7"/>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10</a:t>
            </a:fld>
            <a:endParaRPr lang="en-US"/>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430B212-9AE1-8CB1-FA7E-54993AB942B3}"/>
              </a:ext>
            </a:extLst>
          </p:cNvPr>
          <p:cNvSpPr>
            <a:spLocks noGrp="1"/>
          </p:cNvSpPr>
          <p:nvPr>
            <p:ph type="body" idx="1"/>
          </p:nvPr>
        </p:nvSpPr>
        <p:spPr>
          <a:xfrm>
            <a:off x="457200" y="304800"/>
            <a:ext cx="8229600" cy="5821361"/>
          </a:xfrm>
        </p:spPr>
        <p:txBody>
          <a:bodyPr/>
          <a:lstStyle/>
          <a:p>
            <a:r>
              <a:rPr lang="en-IN" dirty="0"/>
              <a:t>Accuracy and loss performance of maize</a:t>
            </a:r>
          </a:p>
          <a:p>
            <a:endParaRPr lang="en-IN" dirty="0"/>
          </a:p>
        </p:txBody>
      </p:sp>
      <p:sp>
        <p:nvSpPr>
          <p:cNvPr id="4" name="Footer Placeholder 3">
            <a:extLst>
              <a:ext uri="{FF2B5EF4-FFF2-40B4-BE49-F238E27FC236}">
                <a16:creationId xmlns:a16="http://schemas.microsoft.com/office/drawing/2014/main" id="{F3DCF061-E349-4735-108A-8AB509166DF3}"/>
              </a:ext>
            </a:extLst>
          </p:cNvPr>
          <p:cNvSpPr>
            <a:spLocks noGrp="1"/>
          </p:cNvSpPr>
          <p:nvPr>
            <p:ph type="ftr" idx="11"/>
          </p:nvPr>
        </p:nvSpPr>
        <p:spPr/>
        <p:txBody>
          <a:bodyPr/>
          <a:lstStyle/>
          <a:p>
            <a:r>
              <a:rPr lang="en-US"/>
              <a:t>Dept. of CSE                            10CS86 : Technical Seminar</a:t>
            </a:r>
          </a:p>
        </p:txBody>
      </p:sp>
      <p:sp>
        <p:nvSpPr>
          <p:cNvPr id="5" name="Slide Number Placeholder 4">
            <a:extLst>
              <a:ext uri="{FF2B5EF4-FFF2-40B4-BE49-F238E27FC236}">
                <a16:creationId xmlns:a16="http://schemas.microsoft.com/office/drawing/2014/main" id="{B3601910-4A08-17CE-6044-E606D8359F26}"/>
              </a:ext>
            </a:extLst>
          </p:cNvPr>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11</a:t>
            </a:fld>
            <a:endParaRPr lang="en-US"/>
          </a:p>
        </p:txBody>
      </p:sp>
      <p:pic>
        <p:nvPicPr>
          <p:cNvPr id="7" name="Picture 6">
            <a:extLst>
              <a:ext uri="{FF2B5EF4-FFF2-40B4-BE49-F238E27FC236}">
                <a16:creationId xmlns:a16="http://schemas.microsoft.com/office/drawing/2014/main" id="{04887DF1-CED8-E904-DF90-FBBE20F7FA2F}"/>
              </a:ext>
            </a:extLst>
          </p:cNvPr>
          <p:cNvPicPr>
            <a:picLocks noChangeAspect="1"/>
          </p:cNvPicPr>
          <p:nvPr/>
        </p:nvPicPr>
        <p:blipFill>
          <a:blip r:embed="rId2"/>
          <a:stretch>
            <a:fillRect/>
          </a:stretch>
        </p:blipFill>
        <p:spPr>
          <a:xfrm>
            <a:off x="304800" y="928432"/>
            <a:ext cx="4248245" cy="2881568"/>
          </a:xfrm>
          <a:prstGeom prst="rect">
            <a:avLst/>
          </a:prstGeom>
        </p:spPr>
      </p:pic>
      <p:pic>
        <p:nvPicPr>
          <p:cNvPr id="31" name="Picture 30">
            <a:extLst>
              <a:ext uri="{FF2B5EF4-FFF2-40B4-BE49-F238E27FC236}">
                <a16:creationId xmlns:a16="http://schemas.microsoft.com/office/drawing/2014/main" id="{9684499C-8B0B-CEAC-D82D-136EB9B77ABB}"/>
              </a:ext>
            </a:extLst>
          </p:cNvPr>
          <p:cNvPicPr>
            <a:picLocks noChangeAspect="1"/>
          </p:cNvPicPr>
          <p:nvPr/>
        </p:nvPicPr>
        <p:blipFill>
          <a:blip r:embed="rId3"/>
          <a:stretch>
            <a:fillRect/>
          </a:stretch>
        </p:blipFill>
        <p:spPr>
          <a:xfrm>
            <a:off x="4705446" y="928432"/>
            <a:ext cx="3886592" cy="2771586"/>
          </a:xfrm>
          <a:prstGeom prst="rect">
            <a:avLst/>
          </a:prstGeom>
        </p:spPr>
      </p:pic>
      <p:pic>
        <p:nvPicPr>
          <p:cNvPr id="33" name="Picture 32">
            <a:extLst>
              <a:ext uri="{FF2B5EF4-FFF2-40B4-BE49-F238E27FC236}">
                <a16:creationId xmlns:a16="http://schemas.microsoft.com/office/drawing/2014/main" id="{900F4568-B36B-DBAF-1B5A-96FCB5D5BA91}"/>
              </a:ext>
            </a:extLst>
          </p:cNvPr>
          <p:cNvPicPr>
            <a:picLocks noChangeAspect="1"/>
          </p:cNvPicPr>
          <p:nvPr/>
        </p:nvPicPr>
        <p:blipFill>
          <a:blip r:embed="rId4"/>
          <a:stretch>
            <a:fillRect/>
          </a:stretch>
        </p:blipFill>
        <p:spPr>
          <a:xfrm>
            <a:off x="5319614" y="3760758"/>
            <a:ext cx="2895600" cy="2348655"/>
          </a:xfrm>
          <a:prstGeom prst="rect">
            <a:avLst/>
          </a:prstGeom>
        </p:spPr>
      </p:pic>
      <p:pic>
        <p:nvPicPr>
          <p:cNvPr id="37" name="Picture 36">
            <a:extLst>
              <a:ext uri="{FF2B5EF4-FFF2-40B4-BE49-F238E27FC236}">
                <a16:creationId xmlns:a16="http://schemas.microsoft.com/office/drawing/2014/main" id="{054F044B-3129-011A-EF3F-0CE5F610AA37}"/>
              </a:ext>
            </a:extLst>
          </p:cNvPr>
          <p:cNvPicPr>
            <a:picLocks noChangeAspect="1"/>
          </p:cNvPicPr>
          <p:nvPr/>
        </p:nvPicPr>
        <p:blipFill>
          <a:blip r:embed="rId5"/>
          <a:stretch>
            <a:fillRect/>
          </a:stretch>
        </p:blipFill>
        <p:spPr>
          <a:xfrm>
            <a:off x="1223769" y="3870519"/>
            <a:ext cx="2782274" cy="2362760"/>
          </a:xfrm>
          <a:prstGeom prst="rect">
            <a:avLst/>
          </a:prstGeom>
        </p:spPr>
      </p:pic>
    </p:spTree>
    <p:extLst>
      <p:ext uri="{BB962C8B-B14F-4D97-AF65-F5344CB8AC3E}">
        <p14:creationId xmlns:p14="http://schemas.microsoft.com/office/powerpoint/2010/main" val="540131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28FE1F-53A4-6F04-018D-35C49FEB8F40}"/>
              </a:ext>
            </a:extLst>
          </p:cNvPr>
          <p:cNvSpPr>
            <a:spLocks noGrp="1"/>
          </p:cNvSpPr>
          <p:nvPr>
            <p:ph type="body" idx="1"/>
          </p:nvPr>
        </p:nvSpPr>
        <p:spPr>
          <a:xfrm>
            <a:off x="457200" y="136526"/>
            <a:ext cx="8229600" cy="5989636"/>
          </a:xfrm>
        </p:spPr>
        <p:txBody>
          <a:bodyPr/>
          <a:lstStyle/>
          <a:p>
            <a:r>
              <a:rPr lang="en-IN" dirty="0"/>
              <a:t>Accuracy and loss performance of wheat</a:t>
            </a:r>
          </a:p>
        </p:txBody>
      </p:sp>
      <p:sp>
        <p:nvSpPr>
          <p:cNvPr id="4" name="Footer Placeholder 3">
            <a:extLst>
              <a:ext uri="{FF2B5EF4-FFF2-40B4-BE49-F238E27FC236}">
                <a16:creationId xmlns:a16="http://schemas.microsoft.com/office/drawing/2014/main" id="{FE154298-5DF1-2809-4734-9B2604BA4805}"/>
              </a:ext>
            </a:extLst>
          </p:cNvPr>
          <p:cNvSpPr>
            <a:spLocks noGrp="1"/>
          </p:cNvSpPr>
          <p:nvPr>
            <p:ph type="ftr" idx="11"/>
          </p:nvPr>
        </p:nvSpPr>
        <p:spPr/>
        <p:txBody>
          <a:bodyPr/>
          <a:lstStyle/>
          <a:p>
            <a:r>
              <a:rPr lang="en-US"/>
              <a:t>Dept. of CSE                            10CS86 : Technical Seminar</a:t>
            </a:r>
          </a:p>
        </p:txBody>
      </p:sp>
      <p:sp>
        <p:nvSpPr>
          <p:cNvPr id="5" name="Slide Number Placeholder 4">
            <a:extLst>
              <a:ext uri="{FF2B5EF4-FFF2-40B4-BE49-F238E27FC236}">
                <a16:creationId xmlns:a16="http://schemas.microsoft.com/office/drawing/2014/main" id="{F4575584-066B-E3B8-01C9-AFBD0EB8E763}"/>
              </a:ext>
            </a:extLst>
          </p:cNvPr>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12</a:t>
            </a:fld>
            <a:endParaRPr lang="en-US"/>
          </a:p>
        </p:txBody>
      </p:sp>
      <p:pic>
        <p:nvPicPr>
          <p:cNvPr id="15" name="Picture 14">
            <a:extLst>
              <a:ext uri="{FF2B5EF4-FFF2-40B4-BE49-F238E27FC236}">
                <a16:creationId xmlns:a16="http://schemas.microsoft.com/office/drawing/2014/main" id="{2B03A279-464E-8531-252F-C18BB2B5B57B}"/>
              </a:ext>
            </a:extLst>
          </p:cNvPr>
          <p:cNvPicPr>
            <a:picLocks noChangeAspect="1"/>
          </p:cNvPicPr>
          <p:nvPr/>
        </p:nvPicPr>
        <p:blipFill>
          <a:blip r:embed="rId2"/>
          <a:stretch>
            <a:fillRect/>
          </a:stretch>
        </p:blipFill>
        <p:spPr>
          <a:xfrm>
            <a:off x="578477" y="2951055"/>
            <a:ext cx="2515086" cy="2208211"/>
          </a:xfrm>
          <a:prstGeom prst="rect">
            <a:avLst/>
          </a:prstGeom>
        </p:spPr>
      </p:pic>
      <p:pic>
        <p:nvPicPr>
          <p:cNvPr id="17" name="Picture 16">
            <a:extLst>
              <a:ext uri="{FF2B5EF4-FFF2-40B4-BE49-F238E27FC236}">
                <a16:creationId xmlns:a16="http://schemas.microsoft.com/office/drawing/2014/main" id="{9252290B-94AB-C18C-D234-F54ABB7EA091}"/>
              </a:ext>
            </a:extLst>
          </p:cNvPr>
          <p:cNvPicPr>
            <a:picLocks noChangeAspect="1"/>
          </p:cNvPicPr>
          <p:nvPr/>
        </p:nvPicPr>
        <p:blipFill>
          <a:blip r:embed="rId3"/>
          <a:stretch>
            <a:fillRect/>
          </a:stretch>
        </p:blipFill>
        <p:spPr>
          <a:xfrm>
            <a:off x="2896241" y="2906823"/>
            <a:ext cx="2690057" cy="2252443"/>
          </a:xfrm>
          <a:prstGeom prst="rect">
            <a:avLst/>
          </a:prstGeom>
        </p:spPr>
      </p:pic>
      <p:pic>
        <p:nvPicPr>
          <p:cNvPr id="21" name="Picture 20">
            <a:extLst>
              <a:ext uri="{FF2B5EF4-FFF2-40B4-BE49-F238E27FC236}">
                <a16:creationId xmlns:a16="http://schemas.microsoft.com/office/drawing/2014/main" id="{8C4667CE-776C-9912-5172-367E3E23E65A}"/>
              </a:ext>
            </a:extLst>
          </p:cNvPr>
          <p:cNvPicPr>
            <a:picLocks noChangeAspect="1"/>
          </p:cNvPicPr>
          <p:nvPr/>
        </p:nvPicPr>
        <p:blipFill>
          <a:blip r:embed="rId4"/>
          <a:stretch>
            <a:fillRect/>
          </a:stretch>
        </p:blipFill>
        <p:spPr>
          <a:xfrm>
            <a:off x="5872959" y="3012889"/>
            <a:ext cx="2608298" cy="1992889"/>
          </a:xfrm>
          <a:prstGeom prst="rect">
            <a:avLst/>
          </a:prstGeom>
        </p:spPr>
      </p:pic>
      <p:pic>
        <p:nvPicPr>
          <p:cNvPr id="25" name="Picture 24">
            <a:extLst>
              <a:ext uri="{FF2B5EF4-FFF2-40B4-BE49-F238E27FC236}">
                <a16:creationId xmlns:a16="http://schemas.microsoft.com/office/drawing/2014/main" id="{E6E77C92-B910-7656-B603-535A7519D82D}"/>
              </a:ext>
            </a:extLst>
          </p:cNvPr>
          <p:cNvPicPr>
            <a:picLocks noChangeAspect="1"/>
          </p:cNvPicPr>
          <p:nvPr/>
        </p:nvPicPr>
        <p:blipFill>
          <a:blip r:embed="rId5"/>
          <a:stretch>
            <a:fillRect/>
          </a:stretch>
        </p:blipFill>
        <p:spPr>
          <a:xfrm>
            <a:off x="457200" y="609600"/>
            <a:ext cx="2439041" cy="1949855"/>
          </a:xfrm>
          <a:prstGeom prst="rect">
            <a:avLst/>
          </a:prstGeom>
        </p:spPr>
      </p:pic>
      <p:pic>
        <p:nvPicPr>
          <p:cNvPr id="27" name="Picture 26">
            <a:extLst>
              <a:ext uri="{FF2B5EF4-FFF2-40B4-BE49-F238E27FC236}">
                <a16:creationId xmlns:a16="http://schemas.microsoft.com/office/drawing/2014/main" id="{18390474-2C8E-B2E4-1319-009D364CF8B8}"/>
              </a:ext>
            </a:extLst>
          </p:cNvPr>
          <p:cNvPicPr>
            <a:picLocks noChangeAspect="1"/>
          </p:cNvPicPr>
          <p:nvPr/>
        </p:nvPicPr>
        <p:blipFill>
          <a:blip r:embed="rId6"/>
          <a:stretch>
            <a:fillRect/>
          </a:stretch>
        </p:blipFill>
        <p:spPr>
          <a:xfrm>
            <a:off x="5883120" y="810027"/>
            <a:ext cx="2711789" cy="1869959"/>
          </a:xfrm>
          <a:prstGeom prst="rect">
            <a:avLst/>
          </a:prstGeom>
        </p:spPr>
      </p:pic>
      <p:pic>
        <p:nvPicPr>
          <p:cNvPr id="31" name="Picture 30">
            <a:extLst>
              <a:ext uri="{FF2B5EF4-FFF2-40B4-BE49-F238E27FC236}">
                <a16:creationId xmlns:a16="http://schemas.microsoft.com/office/drawing/2014/main" id="{A24778B9-CC25-50F8-C0B2-3D8910971F74}"/>
              </a:ext>
            </a:extLst>
          </p:cNvPr>
          <p:cNvPicPr>
            <a:picLocks noChangeAspect="1"/>
          </p:cNvPicPr>
          <p:nvPr/>
        </p:nvPicPr>
        <p:blipFill>
          <a:blip r:embed="rId7"/>
          <a:stretch>
            <a:fillRect/>
          </a:stretch>
        </p:blipFill>
        <p:spPr>
          <a:xfrm>
            <a:off x="3169901" y="689495"/>
            <a:ext cx="2651481" cy="1869960"/>
          </a:xfrm>
          <a:prstGeom prst="rect">
            <a:avLst/>
          </a:prstGeom>
        </p:spPr>
      </p:pic>
    </p:spTree>
    <p:extLst>
      <p:ext uri="{BB962C8B-B14F-4D97-AF65-F5344CB8AC3E}">
        <p14:creationId xmlns:p14="http://schemas.microsoft.com/office/powerpoint/2010/main" val="368626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2B08583-B810-178A-45FB-185D0E8D61A0}"/>
              </a:ext>
            </a:extLst>
          </p:cNvPr>
          <p:cNvSpPr>
            <a:spLocks noGrp="1"/>
          </p:cNvSpPr>
          <p:nvPr>
            <p:ph type="body" idx="1"/>
          </p:nvPr>
        </p:nvSpPr>
        <p:spPr>
          <a:xfrm>
            <a:off x="457200" y="228600"/>
            <a:ext cx="8229600" cy="5897561"/>
          </a:xfrm>
        </p:spPr>
        <p:txBody>
          <a:bodyPr/>
          <a:lstStyle/>
          <a:p>
            <a:pPr marL="203200" indent="0">
              <a:buNone/>
            </a:pPr>
            <a:r>
              <a:rPr lang="en-IN" dirty="0"/>
              <a:t>Accuracy and loss performance of rice </a:t>
            </a:r>
          </a:p>
        </p:txBody>
      </p:sp>
      <p:sp>
        <p:nvSpPr>
          <p:cNvPr id="4" name="Footer Placeholder 3">
            <a:extLst>
              <a:ext uri="{FF2B5EF4-FFF2-40B4-BE49-F238E27FC236}">
                <a16:creationId xmlns:a16="http://schemas.microsoft.com/office/drawing/2014/main" id="{B4E5CB39-33D3-AF81-41DB-760BF6398A9D}"/>
              </a:ext>
            </a:extLst>
          </p:cNvPr>
          <p:cNvSpPr>
            <a:spLocks noGrp="1"/>
          </p:cNvSpPr>
          <p:nvPr>
            <p:ph type="ftr" idx="11"/>
          </p:nvPr>
        </p:nvSpPr>
        <p:spPr/>
        <p:txBody>
          <a:bodyPr/>
          <a:lstStyle/>
          <a:p>
            <a:r>
              <a:rPr lang="en-US"/>
              <a:t>Dept. of CSE                            10CS86 : Technical Seminar</a:t>
            </a:r>
          </a:p>
        </p:txBody>
      </p:sp>
      <p:sp>
        <p:nvSpPr>
          <p:cNvPr id="5" name="Slide Number Placeholder 4">
            <a:extLst>
              <a:ext uri="{FF2B5EF4-FFF2-40B4-BE49-F238E27FC236}">
                <a16:creationId xmlns:a16="http://schemas.microsoft.com/office/drawing/2014/main" id="{ECC3C6E2-AF87-EE19-36BE-95B6796A5711}"/>
              </a:ext>
            </a:extLst>
          </p:cNvPr>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13</a:t>
            </a:fld>
            <a:endParaRPr lang="en-US"/>
          </a:p>
        </p:txBody>
      </p:sp>
      <p:pic>
        <p:nvPicPr>
          <p:cNvPr id="7" name="Picture 6">
            <a:extLst>
              <a:ext uri="{FF2B5EF4-FFF2-40B4-BE49-F238E27FC236}">
                <a16:creationId xmlns:a16="http://schemas.microsoft.com/office/drawing/2014/main" id="{F85B56A5-9EAA-3773-2BC6-29FD1963597F}"/>
              </a:ext>
            </a:extLst>
          </p:cNvPr>
          <p:cNvPicPr>
            <a:picLocks noChangeAspect="1"/>
          </p:cNvPicPr>
          <p:nvPr/>
        </p:nvPicPr>
        <p:blipFill>
          <a:blip r:embed="rId2"/>
          <a:stretch>
            <a:fillRect/>
          </a:stretch>
        </p:blipFill>
        <p:spPr>
          <a:xfrm>
            <a:off x="6102379" y="991129"/>
            <a:ext cx="2474636" cy="1860874"/>
          </a:xfrm>
          <a:prstGeom prst="rect">
            <a:avLst/>
          </a:prstGeom>
        </p:spPr>
      </p:pic>
      <p:pic>
        <p:nvPicPr>
          <p:cNvPr id="17" name="Picture 16">
            <a:extLst>
              <a:ext uri="{FF2B5EF4-FFF2-40B4-BE49-F238E27FC236}">
                <a16:creationId xmlns:a16="http://schemas.microsoft.com/office/drawing/2014/main" id="{0250D706-8361-6A65-C5FF-608C65F87BE5}"/>
              </a:ext>
            </a:extLst>
          </p:cNvPr>
          <p:cNvPicPr>
            <a:picLocks noChangeAspect="1"/>
          </p:cNvPicPr>
          <p:nvPr/>
        </p:nvPicPr>
        <p:blipFill>
          <a:blip r:embed="rId3"/>
          <a:stretch>
            <a:fillRect/>
          </a:stretch>
        </p:blipFill>
        <p:spPr>
          <a:xfrm>
            <a:off x="405026" y="3556792"/>
            <a:ext cx="2767649" cy="1929608"/>
          </a:xfrm>
          <a:prstGeom prst="rect">
            <a:avLst/>
          </a:prstGeom>
        </p:spPr>
      </p:pic>
      <p:pic>
        <p:nvPicPr>
          <p:cNvPr id="19" name="Picture 18">
            <a:extLst>
              <a:ext uri="{FF2B5EF4-FFF2-40B4-BE49-F238E27FC236}">
                <a16:creationId xmlns:a16="http://schemas.microsoft.com/office/drawing/2014/main" id="{E316BC7A-EB89-293C-A4CF-604B75FF5C5F}"/>
              </a:ext>
            </a:extLst>
          </p:cNvPr>
          <p:cNvPicPr>
            <a:picLocks noChangeAspect="1"/>
          </p:cNvPicPr>
          <p:nvPr/>
        </p:nvPicPr>
        <p:blipFill>
          <a:blip r:embed="rId4"/>
          <a:stretch>
            <a:fillRect/>
          </a:stretch>
        </p:blipFill>
        <p:spPr>
          <a:xfrm>
            <a:off x="3284484" y="3486967"/>
            <a:ext cx="2374915" cy="1999433"/>
          </a:xfrm>
          <a:prstGeom prst="rect">
            <a:avLst/>
          </a:prstGeom>
        </p:spPr>
      </p:pic>
      <p:pic>
        <p:nvPicPr>
          <p:cNvPr id="21" name="Picture 20">
            <a:extLst>
              <a:ext uri="{FF2B5EF4-FFF2-40B4-BE49-F238E27FC236}">
                <a16:creationId xmlns:a16="http://schemas.microsoft.com/office/drawing/2014/main" id="{EC8CEB6B-2683-AAED-4FA1-8D329311D707}"/>
              </a:ext>
            </a:extLst>
          </p:cNvPr>
          <p:cNvPicPr>
            <a:picLocks noChangeAspect="1"/>
          </p:cNvPicPr>
          <p:nvPr/>
        </p:nvPicPr>
        <p:blipFill>
          <a:blip r:embed="rId5"/>
          <a:stretch>
            <a:fillRect/>
          </a:stretch>
        </p:blipFill>
        <p:spPr>
          <a:xfrm>
            <a:off x="5903767" y="3457900"/>
            <a:ext cx="2657537" cy="1999433"/>
          </a:xfrm>
          <a:prstGeom prst="rect">
            <a:avLst/>
          </a:prstGeom>
        </p:spPr>
      </p:pic>
      <p:pic>
        <p:nvPicPr>
          <p:cNvPr id="25" name="Picture 24">
            <a:extLst>
              <a:ext uri="{FF2B5EF4-FFF2-40B4-BE49-F238E27FC236}">
                <a16:creationId xmlns:a16="http://schemas.microsoft.com/office/drawing/2014/main" id="{204889A2-F302-E746-9E3A-BC32D4A9EA5B}"/>
              </a:ext>
            </a:extLst>
          </p:cNvPr>
          <p:cNvPicPr>
            <a:picLocks noChangeAspect="1"/>
          </p:cNvPicPr>
          <p:nvPr/>
        </p:nvPicPr>
        <p:blipFill>
          <a:blip r:embed="rId6"/>
          <a:stretch>
            <a:fillRect/>
          </a:stretch>
        </p:blipFill>
        <p:spPr>
          <a:xfrm>
            <a:off x="3347975" y="1052332"/>
            <a:ext cx="2813968" cy="1830954"/>
          </a:xfrm>
          <a:prstGeom prst="rect">
            <a:avLst/>
          </a:prstGeom>
        </p:spPr>
      </p:pic>
      <p:pic>
        <p:nvPicPr>
          <p:cNvPr id="27" name="Picture 26">
            <a:extLst>
              <a:ext uri="{FF2B5EF4-FFF2-40B4-BE49-F238E27FC236}">
                <a16:creationId xmlns:a16="http://schemas.microsoft.com/office/drawing/2014/main" id="{C40DACFD-6F9E-61C3-8CAD-DFA400498E30}"/>
              </a:ext>
            </a:extLst>
          </p:cNvPr>
          <p:cNvPicPr>
            <a:picLocks noChangeAspect="1"/>
          </p:cNvPicPr>
          <p:nvPr/>
        </p:nvPicPr>
        <p:blipFill>
          <a:blip r:embed="rId7"/>
          <a:stretch>
            <a:fillRect/>
          </a:stretch>
        </p:blipFill>
        <p:spPr>
          <a:xfrm>
            <a:off x="405027" y="729482"/>
            <a:ext cx="2995213" cy="2242318"/>
          </a:xfrm>
          <a:prstGeom prst="rect">
            <a:avLst/>
          </a:prstGeom>
        </p:spPr>
      </p:pic>
    </p:spTree>
    <p:extLst>
      <p:ext uri="{BB962C8B-B14F-4D97-AF65-F5344CB8AC3E}">
        <p14:creationId xmlns:p14="http://schemas.microsoft.com/office/powerpoint/2010/main" val="1575328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0" y="99654"/>
            <a:ext cx="8229600" cy="715963"/>
          </a:xfrm>
          <a:prstGeom prst="rect">
            <a:avLst/>
          </a:prstGeom>
          <a:noFill/>
          <a:ln>
            <a:noFill/>
          </a:ln>
        </p:spPr>
        <p:txBody>
          <a:bodyPr lIns="91425" tIns="45700" rIns="91425" bIns="45700" anchor="ctr" anchorCtr="0">
            <a:noAutofit/>
          </a:bodyPr>
          <a:lstStyle/>
          <a:p>
            <a:pPr marL="457200" lvl="0" indent="-419100">
              <a:lnSpc>
                <a:spcPct val="150000"/>
              </a:lnSpc>
            </a:pPr>
            <a:r>
              <a:rPr lang="en-US" sz="4000" b="1" dirty="0">
                <a:latin typeface="Times New Roman" pitchFamily="18" charset="0"/>
                <a:cs typeface="Times New Roman" pitchFamily="18" charset="0"/>
              </a:rPr>
              <a:t>Comparison Results</a:t>
            </a:r>
          </a:p>
        </p:txBody>
      </p:sp>
      <p:sp>
        <p:nvSpPr>
          <p:cNvPr id="5" name="Shape 99"/>
          <p:cNvSpPr txBox="1">
            <a:spLocks noGrp="1"/>
          </p:cNvSpPr>
          <p:nvPr>
            <p:ph type="body" idx="1"/>
          </p:nvPr>
        </p:nvSpPr>
        <p:spPr>
          <a:xfrm>
            <a:off x="427702" y="1295400"/>
            <a:ext cx="8229600" cy="4525961"/>
          </a:xfrm>
          <a:prstGeom prst="rect">
            <a:avLst/>
          </a:prstGeom>
          <a:noFill/>
          <a:ln>
            <a:noFill/>
          </a:ln>
        </p:spPr>
        <p:txBody>
          <a:bodyPr lIns="91425" tIns="45700" rIns="91425" bIns="45700" anchor="t" anchorCtr="0">
            <a:noAutofit/>
          </a:bodyPr>
          <a:lstStyle/>
          <a:p>
            <a:pPr>
              <a:lnSpc>
                <a:spcPct val="115000"/>
              </a:lnSpc>
              <a:spcAft>
                <a:spcPts val="800"/>
              </a:spcAft>
            </a:pPr>
            <a:r>
              <a:rPr lang="en-US" sz="2800" dirty="0">
                <a:solidFill>
                  <a:schemeClr val="dk1"/>
                </a:solidFill>
                <a:latin typeface="Times New Roman" pitchFamily="18" charset="0"/>
                <a:ea typeface="Calibri"/>
                <a:cs typeface="Times New Roman" pitchFamily="18" charset="0"/>
                <a:sym typeface="Calibri"/>
              </a:rPr>
              <a:t>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The model was trained using the EfficientNetB0 CNN algorithm.</a:t>
            </a:r>
          </a:p>
          <a:p>
            <a:pPr>
              <a:lnSpc>
                <a:spcPct val="115000"/>
              </a:lnSpc>
              <a:spcAft>
                <a:spcPts val="800"/>
              </a:spcAf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Training Loss: 0.05%</a:t>
            </a:r>
          </a:p>
          <a:p>
            <a:pPr>
              <a:lnSpc>
                <a:spcPct val="115000"/>
              </a:lnSpc>
              <a:spcAft>
                <a:spcPts val="800"/>
              </a:spcAf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Validation Loss: 0.02%</a:t>
            </a:r>
          </a:p>
          <a:p>
            <a:pPr>
              <a:lnSpc>
                <a:spcPct val="115000"/>
              </a:lnSpc>
              <a:spcAft>
                <a:spcPts val="800"/>
              </a:spcAf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Training Accuracy: 95% in the first epoch.</a:t>
            </a:r>
          </a:p>
          <a:p>
            <a:pPr>
              <a:lnSpc>
                <a:spcPct val="115000"/>
              </a:lnSpc>
              <a:spcAft>
                <a:spcPts val="800"/>
              </a:spcAft>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 Final Model Accuracy: 98.59% after three epochs with a loss of 0.0308%​.</a:t>
            </a:r>
          </a:p>
          <a:p>
            <a:pPr marL="0" marR="0" lvl="0" indent="0" algn="l" rtl="0">
              <a:spcBef>
                <a:spcPts val="0"/>
              </a:spcBef>
              <a:buNone/>
            </a:pPr>
            <a:endParaRPr sz="2800" b="0" i="0" u="none" strike="noStrike" cap="none" baseline="0" dirty="0">
              <a:solidFill>
                <a:schemeClr val="dk1"/>
              </a:solidFill>
              <a:latin typeface="Times New Roman" pitchFamily="18" charset="0"/>
              <a:ea typeface="Calibri"/>
              <a:cs typeface="Times New Roman" pitchFamily="18" charset="0"/>
              <a:sym typeface="Calibri"/>
            </a:endParaRPr>
          </a:p>
        </p:txBody>
      </p:sp>
      <p:sp>
        <p:nvSpPr>
          <p:cNvPr id="6" name="Footer Placeholder 5"/>
          <p:cNvSpPr>
            <a:spLocks noGrp="1"/>
          </p:cNvSpPr>
          <p:nvPr>
            <p:ph type="ftr" idx="11"/>
          </p:nvPr>
        </p:nvSpPr>
        <p:spPr/>
        <p:txBody>
          <a:bodyPr/>
          <a:lstStyle/>
          <a:p>
            <a:r>
              <a:rPr lang="en-US" dirty="0"/>
              <a:t>Dept. of CSE </a:t>
            </a:r>
          </a:p>
          <a:p>
            <a:r>
              <a:rPr lang="en-US" dirty="0"/>
              <a:t>21CSES84 : Technical Seminar</a:t>
            </a:r>
          </a:p>
        </p:txBody>
      </p:sp>
      <p:sp>
        <p:nvSpPr>
          <p:cNvPr id="7" name="Slide Number Placeholder 6"/>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14</a:t>
            </a:fld>
            <a:endParaRPr lang="en-US"/>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4000" b="1" dirty="0">
                <a:latin typeface="Times New Roman" pitchFamily="18" charset="0"/>
                <a:cs typeface="Times New Roman" pitchFamily="18" charset="0"/>
              </a:rPr>
              <a:t>Conclusion</a:t>
            </a:r>
            <a:br>
              <a:rPr lang="en-US" dirty="0">
                <a:latin typeface="Times New Roman" pitchFamily="18" charset="0"/>
                <a:cs typeface="Times New Roman" pitchFamily="18" charset="0"/>
              </a:rPr>
            </a:br>
            <a:endParaRPr lang="en-US" dirty="0"/>
          </a:p>
        </p:txBody>
      </p:sp>
      <p:sp>
        <p:nvSpPr>
          <p:cNvPr id="3" name="Text Placeholder 2"/>
          <p:cNvSpPr>
            <a:spLocks noGrp="1"/>
          </p:cNvSpPr>
          <p:nvPr>
            <p:ph type="body" idx="1"/>
          </p:nvPr>
        </p:nvSpPr>
        <p:spPr>
          <a:xfrm>
            <a:off x="381000" y="1219200"/>
            <a:ext cx="8229600" cy="4525961"/>
          </a:xfrm>
        </p:spPr>
        <p:txBody>
          <a:bodyPr/>
          <a:lstStyle/>
          <a:p>
            <a:pPr marL="203200" indent="0">
              <a:buNone/>
            </a:pPr>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The study presents a system for detecting plant diseases using images of plant leaves and machine learning. It uses Convolutional Neural Networks (CNN) to quickly and accurately identify whether a plant is healthy or diseased. The system helps farmers by providing early diagnosis and suggesting remedies, reducing crop losses and improving productivity. It is useful for both household gardening and commercial farming, making disease detection easier and more efficient. This system improves food security by enabling early detection and reducing crop damage. With further improvements, it can be expanded to identify more diseases and support a wider range of crops​</a:t>
            </a:r>
          </a:p>
          <a:p>
            <a:endParaRPr lang="en-US" sz="2800" dirty="0"/>
          </a:p>
        </p:txBody>
      </p:sp>
      <p:sp>
        <p:nvSpPr>
          <p:cNvPr id="4" name="Footer Placeholder 3"/>
          <p:cNvSpPr>
            <a:spLocks noGrp="1"/>
          </p:cNvSpPr>
          <p:nvPr>
            <p:ph type="ftr" idx="11"/>
          </p:nvPr>
        </p:nvSpPr>
        <p:spPr/>
        <p:txBody>
          <a:bodyPr/>
          <a:lstStyle/>
          <a:p>
            <a:r>
              <a:rPr lang="en-US" dirty="0"/>
              <a:t>Dept. of CSE </a:t>
            </a:r>
          </a:p>
          <a:p>
            <a:r>
              <a:rPr lang="en-US" dirty="0"/>
              <a:t>21CSES84 : Technical Seminar</a:t>
            </a:r>
          </a:p>
        </p:txBody>
      </p:sp>
      <p:sp>
        <p:nvSpPr>
          <p:cNvPr id="5" name="Slide Number Placeholder 4"/>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15973-A309-D957-6475-5DF372A89591}"/>
              </a:ext>
            </a:extLst>
          </p:cNvPr>
          <p:cNvSpPr>
            <a:spLocks noGrp="1"/>
          </p:cNvSpPr>
          <p:nvPr>
            <p:ph type="title"/>
          </p:nvPr>
        </p:nvSpPr>
        <p:spPr/>
        <p:txBody>
          <a:bodyPr/>
          <a:lstStyle/>
          <a:p>
            <a:r>
              <a:rPr lang="en-IN" sz="4000" dirty="0"/>
              <a:t>Future Scope</a:t>
            </a:r>
          </a:p>
        </p:txBody>
      </p:sp>
      <p:sp>
        <p:nvSpPr>
          <p:cNvPr id="3" name="Text Placeholder 2">
            <a:extLst>
              <a:ext uri="{FF2B5EF4-FFF2-40B4-BE49-F238E27FC236}">
                <a16:creationId xmlns:a16="http://schemas.microsoft.com/office/drawing/2014/main" id="{6CAC7EA9-B11E-8506-D64D-5655794A9FD1}"/>
              </a:ext>
            </a:extLst>
          </p:cNvPr>
          <p:cNvSpPr>
            <a:spLocks noGrp="1"/>
          </p:cNvSpPr>
          <p:nvPr>
            <p:ph type="body" idx="1"/>
          </p:nvPr>
        </p:nvSpPr>
        <p:spPr>
          <a:xfrm>
            <a:off x="228600" y="1397212"/>
            <a:ext cx="8229600" cy="4525961"/>
          </a:xfrm>
        </p:spPr>
        <p:txBody>
          <a:bodyPr/>
          <a:lstStyle/>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Mobile Application Development</a:t>
            </a:r>
          </a:p>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Real-Time Disease Detection</a:t>
            </a:r>
          </a:p>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Improved Accuracy and Efficiency</a:t>
            </a:r>
          </a:p>
          <a:p>
            <a:r>
              <a:rPr lang="en-IN" sz="2600" dirty="0">
                <a:effectLst/>
                <a:latin typeface="Times New Roman" panose="02020603050405020304" pitchFamily="18" charset="0"/>
                <a:ea typeface="Calibri" panose="020F0502020204030204" pitchFamily="34" charset="0"/>
                <a:cs typeface="Times New Roman" panose="02020603050405020304" pitchFamily="18" charset="0"/>
              </a:rPr>
              <a:t>Integration with IoT</a:t>
            </a:r>
          </a:p>
          <a:p>
            <a:r>
              <a:rPr lang="en-IN" sz="2600" kern="100" dirty="0">
                <a:effectLst/>
                <a:latin typeface="Times New Roman" panose="02020603050405020304" pitchFamily="18" charset="0"/>
                <a:ea typeface="Calibri" panose="020F0502020204030204" pitchFamily="34" charset="0"/>
                <a:cs typeface="Times New Roman" panose="02020603050405020304" pitchFamily="18" charset="0"/>
              </a:rPr>
              <a:t>Better User Interface</a:t>
            </a:r>
          </a:p>
          <a:p>
            <a:endParaRPr lang="en-IN" dirty="0"/>
          </a:p>
        </p:txBody>
      </p:sp>
      <p:sp>
        <p:nvSpPr>
          <p:cNvPr id="4" name="Footer Placeholder 3">
            <a:extLst>
              <a:ext uri="{FF2B5EF4-FFF2-40B4-BE49-F238E27FC236}">
                <a16:creationId xmlns:a16="http://schemas.microsoft.com/office/drawing/2014/main" id="{665E67D2-F786-9CD5-B46A-74E0E851B206}"/>
              </a:ext>
            </a:extLst>
          </p:cNvPr>
          <p:cNvSpPr>
            <a:spLocks noGrp="1"/>
          </p:cNvSpPr>
          <p:nvPr>
            <p:ph type="ftr" idx="11"/>
          </p:nvPr>
        </p:nvSpPr>
        <p:spPr/>
        <p:txBody>
          <a:bodyPr/>
          <a:lstStyle/>
          <a:p>
            <a:r>
              <a:rPr lang="en-US"/>
              <a:t>Dept. of CSE                            10CS86 : Technical Seminar</a:t>
            </a:r>
          </a:p>
        </p:txBody>
      </p:sp>
      <p:sp>
        <p:nvSpPr>
          <p:cNvPr id="5" name="Slide Number Placeholder 4">
            <a:extLst>
              <a:ext uri="{FF2B5EF4-FFF2-40B4-BE49-F238E27FC236}">
                <a16:creationId xmlns:a16="http://schemas.microsoft.com/office/drawing/2014/main" id="{60D61A94-1687-91E0-B095-387ECF86A778}"/>
              </a:ext>
            </a:extLst>
          </p:cNvPr>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16</a:t>
            </a:fld>
            <a:endParaRPr lang="en-US"/>
          </a:p>
        </p:txBody>
      </p:sp>
    </p:spTree>
    <p:extLst>
      <p:ext uri="{BB962C8B-B14F-4D97-AF65-F5344CB8AC3E}">
        <p14:creationId xmlns:p14="http://schemas.microsoft.com/office/powerpoint/2010/main" val="4180451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Shape 98"/>
          <p:cNvSpPr txBox="1">
            <a:spLocks noGrp="1"/>
          </p:cNvSpPr>
          <p:nvPr>
            <p:ph type="title"/>
          </p:nvPr>
        </p:nvSpPr>
        <p:spPr>
          <a:xfrm>
            <a:off x="457200" y="274637"/>
            <a:ext cx="8229600" cy="715963"/>
          </a:xfrm>
          <a:prstGeom prst="rect">
            <a:avLst/>
          </a:prstGeom>
          <a:noFill/>
          <a:ln>
            <a:noFill/>
          </a:ln>
        </p:spPr>
        <p:txBody>
          <a:bodyPr lIns="91425" tIns="45700" rIns="91425" bIns="45700" anchor="ctr" anchorCtr="0">
            <a:noAutofit/>
          </a:bodyPr>
          <a:lstStyle/>
          <a:p>
            <a:pPr marL="0" marR="0" lvl="0" indent="0" algn="ctr" rtl="0">
              <a:lnSpc>
                <a:spcPct val="100000"/>
              </a:lnSpc>
              <a:spcBef>
                <a:spcPts val="0"/>
              </a:spcBef>
              <a:spcAft>
                <a:spcPts val="0"/>
              </a:spcAft>
              <a:buClr>
                <a:schemeClr val="dk1"/>
              </a:buClr>
              <a:buSzPct val="25000"/>
              <a:buFont typeface="Calibri"/>
              <a:buNone/>
            </a:pPr>
            <a:r>
              <a:rPr lang="en-US" sz="1600" b="1" i="0" u="none" strike="noStrike" cap="none" baseline="0" dirty="0">
                <a:solidFill>
                  <a:schemeClr val="dk1"/>
                </a:solidFill>
                <a:latin typeface="Times New Roman" pitchFamily="18" charset="0"/>
                <a:ea typeface="Calibri"/>
                <a:cs typeface="Times New Roman" pitchFamily="18" charset="0"/>
                <a:sym typeface="Calibri"/>
              </a:rPr>
              <a:t>Bibliography</a:t>
            </a:r>
          </a:p>
        </p:txBody>
      </p:sp>
      <p:sp>
        <p:nvSpPr>
          <p:cNvPr id="99" name="Shape 99"/>
          <p:cNvSpPr txBox="1">
            <a:spLocks noGrp="1"/>
          </p:cNvSpPr>
          <p:nvPr>
            <p:ph type="body" idx="1"/>
          </p:nvPr>
        </p:nvSpPr>
        <p:spPr>
          <a:xfrm>
            <a:off x="457200" y="1088567"/>
            <a:ext cx="7696201" cy="5105400"/>
          </a:xfrm>
          <a:prstGeom prst="rect">
            <a:avLst/>
          </a:prstGeom>
          <a:noFill/>
          <a:ln>
            <a:noFill/>
          </a:ln>
        </p:spPr>
        <p:txBody>
          <a:bodyPr lIns="91425" tIns="45700" rIns="91425" bIns="45700" anchor="t" anchorCtr="0">
            <a:noAutofit/>
          </a:bodyPr>
          <a:lstStyle/>
          <a:p>
            <a:pPr marL="203200" indent="0">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[1]Melike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Sardogan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Adem Tuncer, Yunus Ozen – "Plant Leaf Disease Detection and Classification based on CNN," IEEE, pp. 382-385, 2020.</a:t>
            </a:r>
          </a:p>
          <a:p>
            <a:pPr marL="203200" indent="0">
              <a:lnSpc>
                <a:spcPct val="115000"/>
              </a:lnSpc>
              <a:spcAft>
                <a:spcPts val="800"/>
              </a:spcAft>
              <a:buNone/>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[2] </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Sandeep Kumar, KMVV Prasad, A. Srilekha, T. Suman, B. Pranav Rao, J. Naga Vamshi Krishna – "Leaf Disease Detection and Classification based on Machine Learning," IEEE, pp. 361-365, 2020.</a:t>
            </a:r>
          </a:p>
          <a:p>
            <a:pPr marL="203200" indent="0">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[3]  Garima Shrestha, Deepsikha, Majolica Das,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Naiwrita</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Das – "Plant Disease Detection Using CNN," IEEE, 2020.</a:t>
            </a:r>
            <a:endParaRPr lang="en-US" sz="1800" kern="100" dirty="0">
              <a:solidFill>
                <a:schemeClr val="dk1"/>
              </a:solidFill>
              <a:effectLst/>
              <a:latin typeface="Times New Roman" panose="02020603050405020304" pitchFamily="18" charset="0"/>
              <a:ea typeface="Calibri"/>
              <a:cs typeface="Times New Roman" pitchFamily="18" charset="0"/>
              <a:sym typeface="Calibri"/>
            </a:endParaRPr>
          </a:p>
          <a:p>
            <a:pPr marL="203200" indent="0">
              <a:lnSpc>
                <a:spcPct val="115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[4]MAJJI V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Appalanaidu</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G. Kumaravelan – "A Review of Machine Learning Approaches in Plant Leaf Disease Detection and Classification," IEEE, pp. 716-724, 2021​.</a:t>
            </a: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a:p>
            <a:pPr marL="203200" indent="0">
              <a:lnSpc>
                <a:spcPct val="115000"/>
              </a:lnSpc>
              <a:spcAft>
                <a:spcPts val="800"/>
              </a:spcAft>
              <a:buNone/>
            </a:pPr>
            <a:r>
              <a:rPr lang="en-IN" sz="1800" kern="100" dirty="0">
                <a:latin typeface="Times New Roman" panose="02020603050405020304" pitchFamily="18" charset="0"/>
                <a:ea typeface="Calibri" panose="020F0502020204030204" pitchFamily="34" charset="0"/>
                <a:cs typeface="Times New Roman" panose="02020603050405020304" pitchFamily="18" charset="0"/>
              </a:rPr>
              <a:t>[5] </a:t>
            </a:r>
            <a:endParaRPr lang="en-IN" sz="1800" dirty="0">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idx="11"/>
          </p:nvPr>
        </p:nvSpPr>
        <p:spPr/>
        <p:txBody>
          <a:bodyPr/>
          <a:lstStyle/>
          <a:p>
            <a:r>
              <a:rPr lang="en-US" dirty="0"/>
              <a:t>Dept. of CSE </a:t>
            </a:r>
          </a:p>
          <a:p>
            <a:r>
              <a:rPr lang="en-US" dirty="0"/>
              <a:t>21CSES84 : Technical Seminar</a:t>
            </a:r>
          </a:p>
        </p:txBody>
      </p:sp>
      <p:sp>
        <p:nvSpPr>
          <p:cNvPr id="6" name="Slide Number Placeholder 5"/>
          <p:cNvSpPr>
            <a:spLocks noGrp="1"/>
          </p:cNvSpPr>
          <p:nvPr>
            <p:ph type="sldNum" idx="12"/>
          </p:nvPr>
        </p:nvSpPr>
        <p:spPr/>
        <p:txBody>
          <a:bodyPr/>
          <a:lstStyle/>
          <a:p>
            <a:pPr marL="0" lvl="0" indent="0">
              <a:spcBef>
                <a:spcPts val="0"/>
              </a:spcBef>
              <a:buClr>
                <a:srgbClr val="898989"/>
              </a:buClr>
              <a:buSzPct val="25000"/>
              <a:buFont typeface="Calibri"/>
              <a:buNone/>
            </a:pPr>
            <a:fld id="{00000000-1234-1234-1234-123412341234}" type="slidenum">
              <a:rPr lang="en-US" smtClean="0"/>
              <a:pPr marL="0" lvl="0" indent="0">
                <a:spcBef>
                  <a:spcPts val="0"/>
                </a:spcBef>
                <a:buClr>
                  <a:srgbClr val="898989"/>
                </a:buClr>
                <a:buSzPct val="25000"/>
                <a:buFont typeface="Calibri"/>
                <a:buNone/>
              </a:pPr>
              <a:t>17</a:t>
            </a:fld>
            <a:endParaRPr lang="en-US"/>
          </a:p>
        </p:txBody>
      </p:sp>
    </p:spTree>
  </p:cSld>
  <p:clrMapOvr>
    <a:masterClrMapping/>
  </p:clrMapOvr>
  <p:transition spd="slow">
    <p:cut/>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958</TotalTime>
  <Words>964</Words>
  <Application>Microsoft Office PowerPoint</Application>
  <PresentationFormat>On-screen Show (4:3)</PresentationFormat>
  <Paragraphs>128</Paragraphs>
  <Slides>17</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Symbol</vt:lpstr>
      <vt:lpstr>Times New Roman</vt:lpstr>
      <vt:lpstr>Office Theme</vt:lpstr>
      <vt:lpstr> Global Academy of Technology Department of Computer Science and Engineering </vt:lpstr>
      <vt:lpstr>Index</vt:lpstr>
      <vt:lpstr>Objectives </vt:lpstr>
      <vt:lpstr>Abstract</vt:lpstr>
      <vt:lpstr>PowerPoint Presentation</vt:lpstr>
      <vt:lpstr>Introduction</vt:lpstr>
      <vt:lpstr>Problem Statement</vt:lpstr>
      <vt:lpstr>Architecture</vt:lpstr>
      <vt:lpstr>Technologies Used</vt:lpstr>
      <vt:lpstr>Implementation</vt:lpstr>
      <vt:lpstr>PowerPoint Presentation</vt:lpstr>
      <vt:lpstr>PowerPoint Presentation</vt:lpstr>
      <vt:lpstr>PowerPoint Presentation</vt:lpstr>
      <vt:lpstr>Comparison Results</vt:lpstr>
      <vt:lpstr>Conclusion </vt:lpstr>
      <vt:lpstr>Future Scope</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Anonymous</dc:creator>
  <cp:lastModifiedBy/>
  <cp:revision>60</cp:revision>
  <dcterms:modified xsi:type="dcterms:W3CDTF">2025-03-19T08:51:38Z</dcterms:modified>
  <dc:subject/>
  <cp:keywords/>
</cp:coreProperties>
</file>